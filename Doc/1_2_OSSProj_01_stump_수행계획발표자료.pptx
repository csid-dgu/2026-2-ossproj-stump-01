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7" d="100"/>
          <a:sy n="107" d="100"/>
        </p:scale>
        <p:origin x="52" y="1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6750776"/>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[표지 · 약 20초]
안녕하세요, 서울 TreeMate 팀 발표를 맡은 ○○○입니다.
저희는 "서울의 나무 한 그루와 시민 한 명을 연결한다"는 목표로, 서울시 가로수를 시민이 명예 입양하고 돌보는 웹 플랫폼을 제안합니다.
팀원은 김태형(팀장), 김양우, 김현, 오승현 네 명입니다.
[전환] 먼저, 왜 이 문제를 골랐는지부터 말씀드리겠습니다.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[문제 · 약 1분 20초]
서울에는 2024년 말 기준 약 28만 9천 그루의 가로수가 있고, 이를 25개 자치구를 포함한 27개 관리청이 나눠 관리합니다. (출처: 서울시 발표, 2026년 1월 보도)
폭염·가뭄으로 나무 상태는 정기 점검 사이에도 계속 바뀌지만, 한정된 인력으로는 어떤 나무가 물이 필요한지, 어디에 이상이 생겼는지 실시간으로 알기 어렵습니다.
반대로 가로수에 애착을 가진 시민은 많습니다. 그런데 그 마음이 돌봄 행동, 관리 데이터, 관리 재원 어디로도 이어지지 않습니다.
그 결과 관리 공백은 고사·교체 비용으로 돌아오고, 시민 참여는 일회성에 그칩니다.
※ 수치는 발표 전 서울 열린데이터광장「서울시 가로수 현황 통계」로 한 번 더 확인할 것.
[전환] 그렇다면 이 문제를 겪는 사람은 구체적으로 누구일까요?</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[사용자 · 약 1분 20초]
이 문제에는 세 사람이 얽혀 있습니다.
첫째, 구청 녹지과 박 주무관입니다. 적은 인력으로 수많은 나무를 관리하는데, 지금 어디부터 가야 하는지, 어디가 오랫동안 방치됐는지 보이지 않습니다.
둘째, 저희의 핵심 사용자인 이 씨입니다. 출근길 은행나무에 정이 들어 물을 주기도 하지만, 그 행동은 어디에도 남지 않고, 신고해도 결과를 알 수 없습니다.
셋째, 그냥 지나가는 시민입니다. 가로수에 대한 이야기를 접할 방법이 없습니다.
※ 세 인물은 설명용 가명 페르소나입니다.
[전환] 저희는 이 세 사람을 하나의 순환으로 연결하려 합니다.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[솔루션 · 약 1분 40초]
서울 TreeMate는 "시민 기록 → 나무 상태 → 구청 조치 → 시민 피드백"이라는 한 바퀴를 실제로 돌게 만드는 서비스입니다.
① 시민은 나무 지도나 나무에 붙은 QR로 들어와 물주기·관찰·이상 신고를 남깁니다.
② 이 기록과 기상청 강수·기온 데이터를 합쳐 나무별 물 필요도와 건강 상태를 계산합니다. IoT 센서 없이 공공데이터만으로 추정합니다.
③ 이상 신고는 해당 자치구 대시보드의 처리 큐로 들어가고, 교육 이수자 신고는 "신뢰도 높음"으로 먼저 보입니다.
④ 담당자가 조치를 완료하면 신고자와 입양자에게 알림이 가고, 입양자의 디지털 나이테에 회복의 흔적이 남습니다.
화면은 시민용 모바일 웹과 구청 대시보드 두 개로 구성됩니다.
(시연 가능 시: 여기서 Figma 화면 3컷을 보여 줄 것)
[전환] 이 순환을 구현하는 기능을 우선순위별로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[핵심 기능 · 약 1분]
기능은 Must, Should, Could 세 단계로 나눴습니다.
Must는 순환 한 바퀴를 돌리는 데 꼭 필요한 여섯 가지입니다. 나무 지도, 나무 상세·QR 이야기 페이지, 물주기·관찰·이상 신고 기록 3종, 기록과 기상 데이터로 계산하는 나무 상태, 구청 신고 처리 큐, 그리고 조치 완료 알림입니다. 이것을 8주차 중간 발표까지 완성합니다.
Should는 입양자 교육과 디지털 나이테, 대시보드 확장, 관리기금 내역, 기록 검증으로, 서비스의 차별성을 완성하는 기능입니다.
Could는 SBT·배지·타임캡슐 같은 확장 기능으로, 일정 여유가 있을 때 구현합니다.
[전환] 이 중 가장 핵심 사용자인 입양자의 1년을 따라가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[입양자 여정 · 약 1분 10초]
입양자는 지도에서 나무를 고르고, 입양비를 냅니다. 입양비는 명판 제작비와 관리기금으로 나뉘며, 이번 프로토타입에서는 모의 결제로 구현합니다.
그다음 약 10분 분량, 8개 항목의 교육을 이수합니다. 20문항 문제은행에서 10문항이 출제되고, 8문항 이상 맞히면서 안전 문항 2개는 반드시 맞혀야 통과합니다.
통과하면 나무에 이름과 사연, 대표 사진을 입히고 임시 QR이 공개됩니다.
1년 동안 최소 12회 관찰하면서 조치·기금 알림을 받고, 입양 기념일에 나이테 첫 겹이 완성되며 명판과 SBT가 발급됩니다.
디지털 나이테는 1년을 한 겹, 한 달을 한 조각으로 그립니다. 두께는 받은 물, 색은 더위, 점은 관찰, 별은 이야기, 표식은 신고와 조치를 뜻합니다.
[전환] 이 흐름을 받쳐 주는 시스템 구조를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[시스템 구성 · 약 1분]
화면은 시민용 모바일 웹과 구청 대시보드 두 개이고, HTTPS 위에서 JSON으로 서버와 통신합니다.
서버는 회원·교육, 나무·상태, 기록, 입양·이야기, 신고 처리, 관리기금, 알림, 나이테·SBT 여덟 개 기능별 REST API를 제공하고 모든 데이터는 DB에 저장됩니다.
핵심은 상태 계산 엔진입니다. 서울시 가로수 위치 데이터와 기상청 강수·기온 데이터를 매일 수집해서, 시민의 물주기·관찰 기록과 합쳐 나무별 물 필요도와 건강 상태, 관리 사각지대를 계산합니다.
물 필요도는 충분·보통·목마름, 건강 상태는 양호·확인 필요·긴급 세 단계 신호등으로 보여 줍니다. 베를린 Gieß den Kiez에서 검증된 방식이라 IoT 센서 없이도 가능합니다.
[전환] 그렇다면 기존 서비스와는 무엇이 다를까요?</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[차별성 · 약 1분 20초]
기존 사례는 각자 한 가지를 잘합니다. 시티트리클럽과 멜버른 나무 이메일은 정서적 관계를, 베를린 Gieß den Kiez는 물주기 기록을, 해외 기념수 프로그램은 재원을 다룹니다.
하지만 이것들을 하나로 잇는 구조는 없습니다. 특허 조사(KIPRIS·Google Patents)에서도 이 순환 구조에 관한 특허는 확인되지 않았습니다.
TreeMate는 세 가지 연결을 새로 만듭니다.
1) 이상 신고 → 조치 → 입양자: 행정의 조치가 입양자의 정서 경험이 됩니다.
2) 사각지대 → 시민 지도: 오래 관찰되지 않은 나무가 "관리가 필요한 나무"로 시민에게 노출됩니다.
3) 기금 → 사각지대: 입양비 일부가 인기 나무가 아니라 관리가 필요한 곳에 쓰입니다.
[전환] 이제 이것을 16주 안에 어떻게 만들지 말씀드리겠습니다.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[수행계획 · 약 1분 20초]
수행 기간은 9월부터 12월까지 16주입니다. 지금은 5주차로, 기획을 마치고 설계에 들어가는 시점입니다.
8주차 중간 발표 전까지 Must 기능, 즉 나무 지도·기록 3종·상태 계산·신고 처리 큐·조치 완료 알림이 끊김 없이 한 바퀴 돌도록 만들고,
이후 Should(입양자 교육, 디지털 나이테, 대시보드 확장, 기금 내역), 여유가 되면 Could(SBT·배지·타임캡슐) 순으로 범위를 관리합니다.
역할은 김태형이 PM과 행정 연계 백엔드, 김양우가 데이터·DB, 김현이 시민용 웹과 교육 콘텐츠, 오승현이 UI/UX와 대시보드·나이테 시각화를 맡습니다.
※ 6주차 이후 막대 구간은 수행계획서 간트차트를 기준으로 추정해 둔 것 — 팀 확정 일정으로 수정할 것.
[전환] 마지막으로 기대효과를 말씀드리고 마치겠습니다.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[기대효과·마무리 · 약 40초]
TreeMate가 만들어지면, 구청은 어디부터 가야 할지 판단할 근거와 사각지대를 볼 수 있고, 시민은 자신의 행동이 어떤 결과로 이어졌는지 확인할 수 있습니다. 입양비는 관리기금이 되어 관리가 필요한 곳으로 흐르고, 조기 발견으로 고사·교체 비용도 줄일 수 있습니다.
시민의 애착이 관리 데이터와 재원이 되는 구조, 서울 TreeMate였습니다. 감사합니다.
──────────────
[예상 질문과 답변]
Q1. 왜 이 문제인가요?
A. 폭염·가뭄으로 가로수 수분 스트레스는 커지는데, 약 28.9만 그루를 27개 관리청이 한정된 인력으로 관리합니다. 반면 시민의 애착은 어디에도 기록되지 않습니다. 이 흩어진 애착을 관리 데이터와 재원으로 바꾸는 구조가 없다는 점이 핵심입니다.
Q2. 기존 서비스(시티트리클럽, 서울시 가로수 트리맵 등)와 무엇이 다른가요?
A. 기존 서비스는 정서 교류나 정보 제공 중 하나에 집중합니다. TreeMate는 시민 기록이 구청 조치로 이어지고, 그 결과가 알림과 나이테로 시민에게 돌아오는 '순환'을 만든다는 점이 다릅니다. 신고를 공개 게시하지 않고 구청 처리 큐로 배정해 개별 알림하는 방식이라 기존 위치기반 민원 공유 특허와도 구별됩니다.
Q3. 16주 안에 가능한가요?
A. Must → Should → Could 순으로 범위를 나눴습니다. 8주차 중간 발표까지는 Must 기능이 한 바퀴 도는 것만 목표로 하고, 결제는 모의 화면, 명판은 디자인 시안까지로 제한했습니다. IoT 센서 없이 공공데이터만 쓰고, 구청 기존 시스템과도 연동하지 않는 독립 대시보드라 외부 의존이 적습니다.
(추가) Q4. 시민 기록을 믿을 수 있나요?
A. 입양자는 필수 교육(퀴즈 8/10 + 안전 문항 필수 정답)을 이수하고, 기록 시 위치 확인 또는 사진 첨부로 검증합니다. 교육 이수자 신고는 대시보드에서 우선 표시됩니다.
(추가) Q5. 시민이 가지치기 등 직접 조치를 하면 위험하지 않나요?
A. 시민은 기록과 신고까지만 하고, 가지치기·약제 처리 같은 조치는 구청이 합니다. 나무 소유권은 서울시에 있고 입양은 명예적 관계이며, 교육에서 안전 문항을 필수 정답으로 둡니다.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4D2B"/>
        </a:solidFill>
        <a:effectLst/>
      </p:bgPr>
    </p:bg>
    <p:spTree>
      <p:nvGrpSpPr>
        <p:cNvPr id="1" name=""/>
        <p:cNvGrpSpPr/>
        <p:nvPr/>
      </p:nvGrpSpPr>
      <p:grpSpPr>
        <a:xfrm>
          <a:off x="0" y="0"/>
          <a:ext cx="0" cy="0"/>
          <a:chOff x="0" y="0"/>
          <a:chExt cx="0" cy="0"/>
        </a:xfrm>
      </p:grpSpPr>
      <p:sp>
        <p:nvSpPr>
          <p:cNvPr id="2" name="Shape 0"/>
          <p:cNvSpPr/>
          <p:nvPr/>
        </p:nvSpPr>
        <p:spPr>
          <a:xfrm>
            <a:off x="4572000" y="182880"/>
            <a:ext cx="4754880" cy="4754880"/>
          </a:xfrm>
          <a:prstGeom prst="ellipse">
            <a:avLst/>
          </a:prstGeom>
          <a:solidFill>
            <a:srgbClr val="245733"/>
          </a:solidFill>
          <a:ln w="12700">
            <a:solidFill>
              <a:srgbClr val="3E7A4B"/>
            </a:solidFill>
            <a:prstDash val="solid"/>
          </a:ln>
        </p:spPr>
        <p:txBody>
          <a:bodyPr/>
          <a:lstStyle/>
          <a:p>
            <a:endParaRPr lang="ko-KR" altLang="en-US"/>
          </a:p>
        </p:txBody>
      </p:sp>
      <p:sp>
        <p:nvSpPr>
          <p:cNvPr id="3" name="Shape 1"/>
          <p:cNvSpPr/>
          <p:nvPr/>
        </p:nvSpPr>
        <p:spPr>
          <a:xfrm>
            <a:off x="5120640" y="731520"/>
            <a:ext cx="3657600" cy="3657600"/>
          </a:xfrm>
          <a:prstGeom prst="ellipse">
            <a:avLst/>
          </a:prstGeom>
          <a:solidFill>
            <a:srgbClr val="2A6038"/>
          </a:solidFill>
          <a:ln w="12700">
            <a:solidFill>
              <a:srgbClr val="3E7A4B"/>
            </a:solidFill>
            <a:prstDash val="solid"/>
          </a:ln>
        </p:spPr>
        <p:txBody>
          <a:bodyPr/>
          <a:lstStyle/>
          <a:p>
            <a:endParaRPr lang="ko-KR" altLang="en-US"/>
          </a:p>
        </p:txBody>
      </p:sp>
      <p:sp>
        <p:nvSpPr>
          <p:cNvPr id="4" name="Shape 2"/>
          <p:cNvSpPr/>
          <p:nvPr/>
        </p:nvSpPr>
        <p:spPr>
          <a:xfrm>
            <a:off x="5623560" y="1234440"/>
            <a:ext cx="2651760" cy="2651760"/>
          </a:xfrm>
          <a:prstGeom prst="ellipse">
            <a:avLst/>
          </a:prstGeom>
          <a:solidFill>
            <a:srgbClr val="245733"/>
          </a:solidFill>
          <a:ln w="12700">
            <a:solidFill>
              <a:srgbClr val="3E7A4B"/>
            </a:solidFill>
            <a:prstDash val="solid"/>
          </a:ln>
        </p:spPr>
        <p:txBody>
          <a:bodyPr/>
          <a:lstStyle/>
          <a:p>
            <a:endParaRPr lang="ko-KR" altLang="en-US"/>
          </a:p>
        </p:txBody>
      </p:sp>
      <p:sp>
        <p:nvSpPr>
          <p:cNvPr id="5" name="Shape 3"/>
          <p:cNvSpPr/>
          <p:nvPr/>
        </p:nvSpPr>
        <p:spPr>
          <a:xfrm>
            <a:off x="6080760" y="1691640"/>
            <a:ext cx="1737360" cy="1737360"/>
          </a:xfrm>
          <a:prstGeom prst="ellipse">
            <a:avLst/>
          </a:prstGeom>
          <a:solidFill>
            <a:srgbClr val="2A6038"/>
          </a:solidFill>
          <a:ln w="12700">
            <a:solidFill>
              <a:srgbClr val="3E7A4B"/>
            </a:solidFill>
            <a:prstDash val="solid"/>
          </a:ln>
        </p:spPr>
        <p:txBody>
          <a:bodyPr/>
          <a:lstStyle/>
          <a:p>
            <a:endParaRPr lang="ko-KR" altLang="en-US"/>
          </a:p>
        </p:txBody>
      </p:sp>
      <p:sp>
        <p:nvSpPr>
          <p:cNvPr id="6" name="Shape 4"/>
          <p:cNvSpPr/>
          <p:nvPr/>
        </p:nvSpPr>
        <p:spPr>
          <a:xfrm>
            <a:off x="6492240" y="2103120"/>
            <a:ext cx="914400" cy="914400"/>
          </a:xfrm>
          <a:prstGeom prst="ellipse">
            <a:avLst/>
          </a:prstGeom>
          <a:solidFill>
            <a:srgbClr val="245733"/>
          </a:solidFill>
          <a:ln w="12700">
            <a:solidFill>
              <a:srgbClr val="3E7A4B"/>
            </a:solidFill>
            <a:prstDash val="solid"/>
          </a:ln>
        </p:spPr>
        <p:txBody>
          <a:bodyPr/>
          <a:lstStyle/>
          <a:p>
            <a:endParaRPr lang="ko-KR" altLang="en-US"/>
          </a:p>
        </p:txBody>
      </p:sp>
      <p:sp>
        <p:nvSpPr>
          <p:cNvPr id="7" name="Shape 5"/>
          <p:cNvSpPr/>
          <p:nvPr/>
        </p:nvSpPr>
        <p:spPr>
          <a:xfrm>
            <a:off x="6876288" y="2487168"/>
            <a:ext cx="146304" cy="146304"/>
          </a:xfrm>
          <a:prstGeom prst="ellipse">
            <a:avLst/>
          </a:prstGeom>
          <a:solidFill>
            <a:srgbClr val="E8962E"/>
          </a:solidFill>
          <a:ln/>
        </p:spPr>
        <p:txBody>
          <a:bodyPr/>
          <a:lstStyle/>
          <a:p>
            <a:endParaRPr lang="ko-KR" altLang="en-US"/>
          </a:p>
        </p:txBody>
      </p:sp>
      <p:sp>
        <p:nvSpPr>
          <p:cNvPr id="8" name="Text 6"/>
          <p:cNvSpPr txBox="1"/>
          <p:nvPr/>
        </p:nvSpPr>
        <p:spPr>
          <a:xfrm>
            <a:off x="548640" y="822960"/>
            <a:ext cx="3657600" cy="274320"/>
          </a:xfrm>
          <a:prstGeom prst="rect">
            <a:avLst/>
          </a:prstGeom>
          <a:noFill/>
          <a:ln/>
        </p:spPr>
        <p:txBody>
          <a:bodyPr wrap="square" lIns="0" tIns="0" rIns="0" bIns="0" rtlCol="0" anchor="ctr"/>
          <a:lstStyle/>
          <a:p>
            <a:pPr marL="0" indent="0">
              <a:buNone/>
            </a:pPr>
            <a:r>
              <a:rPr lang="en-US" sz="1300" b="1" dirty="0">
                <a:solidFill>
                  <a:srgbClr val="B9D8A8"/>
                </a:solidFill>
                <a:latin typeface="맑은 고딕" pitchFamily="34" charset="0"/>
                <a:ea typeface="맑은 고딕" pitchFamily="34" charset="-122"/>
                <a:cs typeface="맑은 고딕" pitchFamily="34" charset="-120"/>
              </a:rPr>
              <a:t>1차 제안 발표</a:t>
            </a:r>
            <a:endParaRPr lang="en-US" sz="1300" dirty="0"/>
          </a:p>
        </p:txBody>
      </p:sp>
      <p:sp>
        <p:nvSpPr>
          <p:cNvPr id="9" name="Text 7"/>
          <p:cNvSpPr txBox="1"/>
          <p:nvPr/>
        </p:nvSpPr>
        <p:spPr>
          <a:xfrm>
            <a:off x="548640" y="1234440"/>
            <a:ext cx="5486400" cy="822960"/>
          </a:xfrm>
          <a:prstGeom prst="rect">
            <a:avLst/>
          </a:prstGeom>
          <a:noFill/>
          <a:ln/>
        </p:spPr>
        <p:txBody>
          <a:bodyPr wrap="square" lIns="0" tIns="0" rIns="0" bIns="0" rtlCol="0" anchor="ctr"/>
          <a:lstStyle/>
          <a:p>
            <a:pPr marL="0" indent="0">
              <a:buNone/>
            </a:pPr>
            <a:r>
              <a:rPr lang="en-US" sz="4400" b="1" dirty="0">
                <a:solidFill>
                  <a:srgbClr val="FFFFFF"/>
                </a:solidFill>
                <a:latin typeface="맑은 고딕" pitchFamily="34" charset="0"/>
                <a:ea typeface="맑은 고딕" pitchFamily="34" charset="-122"/>
                <a:cs typeface="맑은 고딕" pitchFamily="34" charset="-120"/>
              </a:rPr>
              <a:t>서울 TreeMate</a:t>
            </a:r>
            <a:endParaRPr lang="en-US" sz="4400" dirty="0"/>
          </a:p>
        </p:txBody>
      </p:sp>
      <p:sp>
        <p:nvSpPr>
          <p:cNvPr id="10" name="Text 8"/>
          <p:cNvSpPr txBox="1"/>
          <p:nvPr/>
        </p:nvSpPr>
        <p:spPr>
          <a:xfrm>
            <a:off x="548640" y="2057400"/>
            <a:ext cx="5486400" cy="365760"/>
          </a:xfrm>
          <a:prstGeom prst="rect">
            <a:avLst/>
          </a:prstGeom>
          <a:noFill/>
          <a:ln/>
        </p:spPr>
        <p:txBody>
          <a:bodyPr wrap="square" lIns="0" tIns="0" rIns="0" bIns="0" rtlCol="0" anchor="ctr"/>
          <a:lstStyle/>
          <a:p>
            <a:pPr marL="0" indent="0">
              <a:buNone/>
            </a:pPr>
            <a:r>
              <a:rPr lang="en-US" sz="1800" dirty="0">
                <a:solidFill>
                  <a:srgbClr val="FFFFFF"/>
                </a:solidFill>
                <a:latin typeface="맑은 고딕" pitchFamily="34" charset="0"/>
                <a:ea typeface="맑은 고딕" pitchFamily="34" charset="-122"/>
                <a:cs typeface="맑은 고딕" pitchFamily="34" charset="-120"/>
              </a:rPr>
              <a:t>서울시 가로수 시민 명예관리 웹 플랫폼</a:t>
            </a:r>
            <a:endParaRPr lang="en-US" sz="1800" dirty="0"/>
          </a:p>
        </p:txBody>
      </p:sp>
      <p:sp>
        <p:nvSpPr>
          <p:cNvPr id="11" name="Text 9"/>
          <p:cNvSpPr txBox="1"/>
          <p:nvPr/>
        </p:nvSpPr>
        <p:spPr>
          <a:xfrm>
            <a:off x="548640" y="2560320"/>
            <a:ext cx="5486400" cy="320040"/>
          </a:xfrm>
          <a:prstGeom prst="rect">
            <a:avLst/>
          </a:prstGeom>
          <a:noFill/>
          <a:ln/>
        </p:spPr>
        <p:txBody>
          <a:bodyPr wrap="square" lIns="0" tIns="0" rIns="0" bIns="0" rtlCol="0" anchor="ctr"/>
          <a:lstStyle/>
          <a:p>
            <a:pPr marL="0" indent="0">
              <a:buNone/>
            </a:pPr>
            <a:r>
              <a:rPr lang="en-US" sz="1400" i="1" dirty="0">
                <a:solidFill>
                  <a:srgbClr val="B9D8A8"/>
                </a:solidFill>
                <a:latin typeface="맑은 고딕" pitchFamily="34" charset="0"/>
                <a:ea typeface="맑은 고딕" pitchFamily="34" charset="-122"/>
                <a:cs typeface="맑은 고딕" pitchFamily="34" charset="-120"/>
              </a:rPr>
              <a:t>“서울의 나무 한 그루와 시민 한 명을 연결합니다.”</a:t>
            </a:r>
            <a:endParaRPr lang="en-US" sz="1400" dirty="0"/>
          </a:p>
        </p:txBody>
      </p:sp>
      <p:sp>
        <p:nvSpPr>
          <p:cNvPr id="12" name="Text 10"/>
          <p:cNvSpPr txBox="1"/>
          <p:nvPr/>
        </p:nvSpPr>
        <p:spPr>
          <a:xfrm>
            <a:off x="548640" y="3977640"/>
            <a:ext cx="5486400" cy="274320"/>
          </a:xfrm>
          <a:prstGeom prst="rect">
            <a:avLst/>
          </a:prstGeom>
          <a:noFill/>
          <a:ln/>
        </p:spPr>
        <p:txBody>
          <a:bodyPr wrap="square" lIns="0" tIns="0" rIns="0" bIns="0" rtlCol="0" anchor="ctr"/>
          <a:lstStyle/>
          <a:p>
            <a:pPr marL="0" indent="0">
              <a:buNone/>
            </a:pPr>
            <a:r>
              <a:rPr lang="en-US" sz="1300" b="1" dirty="0">
                <a:solidFill>
                  <a:srgbClr val="B9D8A8"/>
                </a:solidFill>
                <a:latin typeface="맑은 고딕" pitchFamily="34" charset="0"/>
                <a:ea typeface="맑은 고딕" pitchFamily="34" charset="-122"/>
                <a:cs typeface="맑은 고딕" pitchFamily="34" charset="-120"/>
              </a:rPr>
              <a:t>팀원  </a:t>
            </a:r>
            <a:r>
              <a:rPr lang="en-US" sz="1300" dirty="0">
                <a:solidFill>
                  <a:srgbClr val="FFFFFF"/>
                </a:solidFill>
                <a:latin typeface="맑은 고딕" pitchFamily="34" charset="0"/>
                <a:ea typeface="맑은 고딕" pitchFamily="34" charset="-122"/>
                <a:cs typeface="맑은 고딕" pitchFamily="34" charset="-120"/>
              </a:rPr>
              <a:t>김태형(팀장) · 김양우 · 김현 · 오승현</a:t>
            </a:r>
            <a:endParaRPr lang="en-US" sz="1300" dirty="0"/>
          </a:p>
        </p:txBody>
      </p:sp>
      <p:sp>
        <p:nvSpPr>
          <p:cNvPr id="13" name="Text 11"/>
          <p:cNvSpPr txBox="1"/>
          <p:nvPr/>
        </p:nvSpPr>
        <p:spPr>
          <a:xfrm>
            <a:off x="548640" y="4297680"/>
            <a:ext cx="5486400" cy="274320"/>
          </a:xfrm>
          <a:prstGeom prst="rect">
            <a:avLst/>
          </a:prstGeom>
          <a:noFill/>
          <a:ln/>
        </p:spPr>
        <p:txBody>
          <a:bodyPr wrap="square" lIns="0" tIns="0" rIns="0" bIns="0" rtlCol="0" anchor="ctr"/>
          <a:lstStyle/>
          <a:p>
            <a:pPr marL="0" indent="0">
              <a:buNone/>
            </a:pPr>
            <a:r>
              <a:rPr lang="en-US" sz="1100" dirty="0">
                <a:solidFill>
                  <a:srgbClr val="B9D8A8"/>
                </a:solidFill>
                <a:latin typeface="맑은 고딕" pitchFamily="34" charset="0"/>
                <a:ea typeface="맑은 고딕" pitchFamily="34" charset="-122"/>
                <a:cs typeface="맑은 고딕" pitchFamily="34" charset="-120"/>
              </a:rPr>
              <a:t>2026년 2학기 · 16주 프로젝트</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47472"/>
            <a:ext cx="310896" cy="310896"/>
          </a:xfrm>
          <a:prstGeom prst="ellipse">
            <a:avLst/>
          </a:prstGeom>
          <a:solidFill>
            <a:srgbClr val="1F4D2B"/>
          </a:solidFill>
          <a:ln/>
        </p:spPr>
        <p:txBody>
          <a:bodyPr/>
          <a:lstStyle/>
          <a:p>
            <a:endParaRPr lang="ko-KR" altLang="en-US"/>
          </a:p>
        </p:txBody>
      </p:sp>
      <p:sp>
        <p:nvSpPr>
          <p:cNvPr id="3" name="Text 1"/>
          <p:cNvSpPr txBox="1"/>
          <p:nvPr/>
        </p:nvSpPr>
        <p:spPr>
          <a:xfrm>
            <a:off x="457200" y="347472"/>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2</a:t>
            </a:r>
            <a:endParaRPr lang="en-US" sz="1200" dirty="0"/>
          </a:p>
        </p:txBody>
      </p:sp>
      <p:sp>
        <p:nvSpPr>
          <p:cNvPr id="4" name="Text 2"/>
          <p:cNvSpPr txBox="1"/>
          <p:nvPr/>
        </p:nvSpPr>
        <p:spPr>
          <a:xfrm>
            <a:off x="868680" y="347472"/>
            <a:ext cx="2743200" cy="310896"/>
          </a:xfrm>
          <a:prstGeom prst="rect">
            <a:avLst/>
          </a:prstGeom>
          <a:noFill/>
          <a:ln/>
        </p:spPr>
        <p:txBody>
          <a:bodyPr wrap="square" lIns="0" tIns="0" rIns="0" bIns="0" rtlCol="0" anchor="ctr"/>
          <a:lstStyle/>
          <a:p>
            <a:pPr marL="0" indent="0">
              <a:buNone/>
            </a:pPr>
            <a:r>
              <a:rPr lang="en-US" sz="1200" b="1" dirty="0">
                <a:solidFill>
                  <a:srgbClr val="6FA35A"/>
                </a:solidFill>
                <a:latin typeface="맑은 고딕" pitchFamily="34" charset="0"/>
                <a:ea typeface="맑은 고딕" pitchFamily="34" charset="-122"/>
                <a:cs typeface="맑은 고딕" pitchFamily="34" charset="-120"/>
              </a:rPr>
              <a:t>문제</a:t>
            </a:r>
            <a:endParaRPr lang="en-US" sz="1200" dirty="0"/>
          </a:p>
        </p:txBody>
      </p:sp>
      <p:sp>
        <p:nvSpPr>
          <p:cNvPr id="5" name="Text 3"/>
          <p:cNvSpPr txBox="1"/>
          <p:nvPr/>
        </p:nvSpPr>
        <p:spPr>
          <a:xfrm>
            <a:off x="457200" y="749808"/>
            <a:ext cx="8229600" cy="548640"/>
          </a:xfrm>
          <a:prstGeom prst="rect">
            <a:avLst/>
          </a:prstGeom>
          <a:noFill/>
          <a:ln/>
        </p:spPr>
        <p:txBody>
          <a:bodyPr wrap="square" lIns="0" tIns="0" rIns="0" bIns="0" rtlCol="0" anchor="ctr"/>
          <a:lstStyle/>
          <a:p>
            <a:pPr marL="0" indent="0">
              <a:buNone/>
            </a:pPr>
            <a:r>
              <a:rPr lang="en-US" sz="2400" b="1" dirty="0">
                <a:solidFill>
                  <a:srgbClr val="1F4D2B"/>
                </a:solidFill>
                <a:latin typeface="맑은 고딕" pitchFamily="34" charset="0"/>
                <a:ea typeface="맑은 고딕" pitchFamily="34" charset="-122"/>
                <a:cs typeface="맑은 고딕" pitchFamily="34" charset="-120"/>
              </a:rPr>
              <a:t>가로수를 아끼는 마음이 관리로 이어지지 않는다</a:t>
            </a:r>
            <a:endParaRPr lang="en-US" sz="2400" dirty="0"/>
          </a:p>
        </p:txBody>
      </p:sp>
      <p:sp>
        <p:nvSpPr>
          <p:cNvPr id="6" name="Text 4"/>
          <p:cNvSpPr txBox="1"/>
          <p:nvPr/>
        </p:nvSpPr>
        <p:spPr>
          <a:xfrm>
            <a:off x="5943600" y="4800600"/>
            <a:ext cx="2743200" cy="201168"/>
          </a:xfrm>
          <a:prstGeom prst="rect">
            <a:avLst/>
          </a:prstGeom>
          <a:noFill/>
          <a:ln/>
        </p:spPr>
        <p:txBody>
          <a:bodyPr wrap="square" lIns="0" tIns="0" rIns="0" bIns="0" rtlCol="0" anchor="ctr"/>
          <a:lstStyle/>
          <a:p>
            <a:pPr marL="0" indent="0" algn="r">
              <a:buNone/>
            </a:pPr>
            <a:r>
              <a:rPr lang="en-US" sz="800" dirty="0">
                <a:solidFill>
                  <a:srgbClr val="5B6B60"/>
                </a:solidFill>
                <a:latin typeface="맑은 고딕" pitchFamily="34" charset="0"/>
                <a:ea typeface="맑은 고딕" pitchFamily="34" charset="-122"/>
                <a:cs typeface="맑은 고딕" pitchFamily="34" charset="-120"/>
              </a:rPr>
              <a:t>서울 TreeMate  |  2 / 10</a:t>
            </a:r>
            <a:endParaRPr lang="en-US" sz="800" dirty="0"/>
          </a:p>
        </p:txBody>
      </p:sp>
      <p:sp>
        <p:nvSpPr>
          <p:cNvPr id="7" name="Shape 5"/>
          <p:cNvSpPr/>
          <p:nvPr/>
        </p:nvSpPr>
        <p:spPr>
          <a:xfrm>
            <a:off x="457200" y="1554480"/>
            <a:ext cx="3566160" cy="1005840"/>
          </a:xfrm>
          <a:prstGeom prst="roundRect">
            <a:avLst>
              <a:gd name="adj" fmla="val 7273"/>
            </a:avLst>
          </a:prstGeom>
          <a:solidFill>
            <a:srgbClr val="EAF3E4"/>
          </a:solidFill>
          <a:ln/>
        </p:spPr>
        <p:txBody>
          <a:bodyPr/>
          <a:lstStyle/>
          <a:p>
            <a:endParaRPr lang="ko-KR" altLang="en-US"/>
          </a:p>
        </p:txBody>
      </p:sp>
      <p:sp>
        <p:nvSpPr>
          <p:cNvPr id="8" name="Text 6"/>
          <p:cNvSpPr txBox="1"/>
          <p:nvPr/>
        </p:nvSpPr>
        <p:spPr>
          <a:xfrm>
            <a:off x="685800" y="1664208"/>
            <a:ext cx="3200400" cy="548640"/>
          </a:xfrm>
          <a:prstGeom prst="rect">
            <a:avLst/>
          </a:prstGeom>
          <a:noFill/>
          <a:ln/>
        </p:spPr>
        <p:txBody>
          <a:bodyPr wrap="square" lIns="0" tIns="0" rIns="0" bIns="0" rtlCol="0" anchor="ctr"/>
          <a:lstStyle/>
          <a:p>
            <a:pPr marL="0" indent="0">
              <a:buNone/>
            </a:pPr>
            <a:r>
              <a:rPr lang="en-US" sz="3400" b="1" dirty="0">
                <a:solidFill>
                  <a:srgbClr val="1F4D2B"/>
                </a:solidFill>
                <a:latin typeface="맑은 고딕" pitchFamily="34" charset="0"/>
                <a:ea typeface="맑은 고딕" pitchFamily="34" charset="-122"/>
                <a:cs typeface="맑은 고딕" pitchFamily="34" charset="-120"/>
              </a:rPr>
              <a:t>약 28.9만</a:t>
            </a:r>
            <a:r>
              <a:rPr lang="en-US" sz="1400" b="1" dirty="0">
                <a:solidFill>
                  <a:srgbClr val="1F4D2B"/>
                </a:solidFill>
                <a:latin typeface="맑은 고딕" pitchFamily="34" charset="0"/>
                <a:ea typeface="맑은 고딕" pitchFamily="34" charset="-122"/>
                <a:cs typeface="맑은 고딕" pitchFamily="34" charset="-120"/>
              </a:rPr>
              <a:t> 그루</a:t>
            </a:r>
            <a:endParaRPr lang="en-US" sz="3400" dirty="0"/>
          </a:p>
        </p:txBody>
      </p:sp>
      <p:sp>
        <p:nvSpPr>
          <p:cNvPr id="9" name="Text 7"/>
          <p:cNvSpPr txBox="1"/>
          <p:nvPr/>
        </p:nvSpPr>
        <p:spPr>
          <a:xfrm>
            <a:off x="685800" y="2212848"/>
            <a:ext cx="3200400" cy="256032"/>
          </a:xfrm>
          <a:prstGeom prst="rect">
            <a:avLst/>
          </a:prstGeom>
          <a:noFill/>
          <a:ln/>
        </p:spPr>
        <p:txBody>
          <a:bodyPr wrap="square" lIns="0" tIns="0" rIns="0" bIns="0" rtlCol="0" anchor="ctr"/>
          <a:lstStyle/>
          <a:p>
            <a:pPr marL="0" indent="0">
              <a:buNone/>
            </a:pPr>
            <a:r>
              <a:rPr lang="en-US" sz="1100" dirty="0">
                <a:solidFill>
                  <a:srgbClr val="5B6B60"/>
                </a:solidFill>
                <a:latin typeface="맑은 고딕" pitchFamily="34" charset="0"/>
                <a:ea typeface="맑은 고딕" pitchFamily="34" charset="-122"/>
                <a:cs typeface="맑은 고딕" pitchFamily="34" charset="-120"/>
              </a:rPr>
              <a:t>서울 전역 가로수 (2024년 말)</a:t>
            </a:r>
            <a:endParaRPr lang="en-US" sz="1100" dirty="0"/>
          </a:p>
        </p:txBody>
      </p:sp>
      <p:sp>
        <p:nvSpPr>
          <p:cNvPr id="10" name="Shape 8"/>
          <p:cNvSpPr/>
          <p:nvPr/>
        </p:nvSpPr>
        <p:spPr>
          <a:xfrm>
            <a:off x="457200" y="2743200"/>
            <a:ext cx="3566160" cy="1005840"/>
          </a:xfrm>
          <a:prstGeom prst="roundRect">
            <a:avLst>
              <a:gd name="adj" fmla="val 7273"/>
            </a:avLst>
          </a:prstGeom>
          <a:solidFill>
            <a:srgbClr val="EAF3E4"/>
          </a:solidFill>
          <a:ln/>
        </p:spPr>
        <p:txBody>
          <a:bodyPr/>
          <a:lstStyle/>
          <a:p>
            <a:endParaRPr lang="ko-KR" altLang="en-US"/>
          </a:p>
        </p:txBody>
      </p:sp>
      <p:sp>
        <p:nvSpPr>
          <p:cNvPr id="11" name="Text 9"/>
          <p:cNvSpPr txBox="1"/>
          <p:nvPr/>
        </p:nvSpPr>
        <p:spPr>
          <a:xfrm>
            <a:off x="685800" y="2852928"/>
            <a:ext cx="3200400" cy="548640"/>
          </a:xfrm>
          <a:prstGeom prst="rect">
            <a:avLst/>
          </a:prstGeom>
          <a:noFill/>
          <a:ln/>
        </p:spPr>
        <p:txBody>
          <a:bodyPr wrap="square" lIns="0" tIns="0" rIns="0" bIns="0" rtlCol="0" anchor="ctr"/>
          <a:lstStyle/>
          <a:p>
            <a:pPr marL="0" indent="0">
              <a:buNone/>
            </a:pPr>
            <a:r>
              <a:rPr lang="en-US" sz="3400" b="1" dirty="0">
                <a:solidFill>
                  <a:srgbClr val="1F4D2B"/>
                </a:solidFill>
                <a:latin typeface="맑은 고딕" pitchFamily="34" charset="0"/>
                <a:ea typeface="맑은 고딕" pitchFamily="34" charset="-122"/>
                <a:cs typeface="맑은 고딕" pitchFamily="34" charset="-120"/>
              </a:rPr>
              <a:t>27</a:t>
            </a:r>
            <a:r>
              <a:rPr lang="en-US" sz="1400" b="1" dirty="0">
                <a:solidFill>
                  <a:srgbClr val="1F4D2B"/>
                </a:solidFill>
                <a:latin typeface="맑은 고딕" pitchFamily="34" charset="0"/>
                <a:ea typeface="맑은 고딕" pitchFamily="34" charset="-122"/>
                <a:cs typeface="맑은 고딕" pitchFamily="34" charset="-120"/>
              </a:rPr>
              <a:t> 개 관리청</a:t>
            </a:r>
            <a:endParaRPr lang="en-US" sz="3400" dirty="0"/>
          </a:p>
        </p:txBody>
      </p:sp>
      <p:sp>
        <p:nvSpPr>
          <p:cNvPr id="12" name="Text 10"/>
          <p:cNvSpPr txBox="1"/>
          <p:nvPr/>
        </p:nvSpPr>
        <p:spPr>
          <a:xfrm>
            <a:off x="685800" y="3401568"/>
            <a:ext cx="3200400" cy="256032"/>
          </a:xfrm>
          <a:prstGeom prst="rect">
            <a:avLst/>
          </a:prstGeom>
          <a:noFill/>
          <a:ln/>
        </p:spPr>
        <p:txBody>
          <a:bodyPr wrap="square" lIns="0" tIns="0" rIns="0" bIns="0" rtlCol="0" anchor="ctr"/>
          <a:lstStyle/>
          <a:p>
            <a:pPr marL="0" indent="0">
              <a:buNone/>
            </a:pPr>
            <a:r>
              <a:rPr lang="en-US" sz="1100" dirty="0">
                <a:solidFill>
                  <a:srgbClr val="5B6B60"/>
                </a:solidFill>
                <a:latin typeface="맑은 고딕" pitchFamily="34" charset="0"/>
                <a:ea typeface="맑은 고딕" pitchFamily="34" charset="-122"/>
                <a:cs typeface="맑은 고딕" pitchFamily="34" charset="-120"/>
              </a:rPr>
              <a:t>25개 자치구 + 시 산하 기관이 나눠 관리</a:t>
            </a:r>
            <a:endParaRPr lang="en-US" sz="1100" dirty="0"/>
          </a:p>
        </p:txBody>
      </p:sp>
      <p:sp>
        <p:nvSpPr>
          <p:cNvPr id="13" name="Text 11"/>
          <p:cNvSpPr txBox="1"/>
          <p:nvPr/>
        </p:nvSpPr>
        <p:spPr>
          <a:xfrm>
            <a:off x="457200" y="4023360"/>
            <a:ext cx="3566160" cy="365760"/>
          </a:xfrm>
          <a:prstGeom prst="rect">
            <a:avLst/>
          </a:prstGeom>
          <a:noFill/>
          <a:ln/>
        </p:spPr>
        <p:txBody>
          <a:bodyPr wrap="square" lIns="0" tIns="0" rIns="0" bIns="0" rtlCol="0" anchor="ctr"/>
          <a:lstStyle/>
          <a:p>
            <a:pPr marL="0" indent="0">
              <a:buNone/>
            </a:pPr>
            <a:r>
              <a:rPr lang="en-US" sz="800" dirty="0">
                <a:solidFill>
                  <a:srgbClr val="5B6B60"/>
                </a:solidFill>
                <a:latin typeface="맑은 고딕" pitchFamily="34" charset="0"/>
                <a:ea typeface="맑은 고딕" pitchFamily="34" charset="-122"/>
                <a:cs typeface="맑은 고딕" pitchFamily="34" charset="-120"/>
              </a:rPr>
              <a:t>출처: 서울시 발표(2026.1), 캐어유뉴스 「서울시 ‘가로수 트리맵’으로 관리체계 고도화」</a:t>
            </a:r>
            <a:endParaRPr lang="en-US" sz="800" dirty="0"/>
          </a:p>
        </p:txBody>
      </p:sp>
      <p:sp>
        <p:nvSpPr>
          <p:cNvPr id="14" name="Shape 12"/>
          <p:cNvSpPr/>
          <p:nvPr/>
        </p:nvSpPr>
        <p:spPr>
          <a:xfrm>
            <a:off x="4389120" y="2286000"/>
            <a:ext cx="1371600" cy="822960"/>
          </a:xfrm>
          <a:prstGeom prst="roundRect">
            <a:avLst>
              <a:gd name="adj" fmla="val 11111"/>
            </a:avLst>
          </a:prstGeom>
          <a:solidFill>
            <a:srgbClr val="1F4D2B"/>
          </a:solidFill>
          <a:ln/>
          <a:effectLst>
            <a:outerShdw blurRad="76200" dist="25400" dir="5400000" algn="bl" rotWithShape="0">
              <a:srgbClr val="000000">
                <a:alpha val="12000"/>
              </a:srgbClr>
            </a:outerShdw>
          </a:effectLst>
        </p:spPr>
        <p:txBody>
          <a:bodyPr/>
          <a:lstStyle/>
          <a:p>
            <a:endParaRPr lang="ko-KR" altLang="en-US"/>
          </a:p>
        </p:txBody>
      </p:sp>
      <p:sp>
        <p:nvSpPr>
          <p:cNvPr id="15" name="Text 13"/>
          <p:cNvSpPr txBox="1"/>
          <p:nvPr/>
        </p:nvSpPr>
        <p:spPr>
          <a:xfrm>
            <a:off x="4389120" y="2286000"/>
            <a:ext cx="1371600" cy="822960"/>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시민의</a:t>
            </a:r>
            <a:endParaRPr lang="en-US" sz="1500" dirty="0"/>
          </a:p>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애착</a:t>
            </a:r>
            <a:endParaRPr lang="en-US" sz="1500" dirty="0"/>
          </a:p>
        </p:txBody>
      </p:sp>
      <p:sp>
        <p:nvSpPr>
          <p:cNvPr id="16" name="Shape 14"/>
          <p:cNvSpPr/>
          <p:nvPr/>
        </p:nvSpPr>
        <p:spPr>
          <a:xfrm flipV="1">
            <a:off x="5760720" y="1856232"/>
            <a:ext cx="822960" cy="841248"/>
          </a:xfrm>
          <a:prstGeom prst="line">
            <a:avLst/>
          </a:prstGeom>
          <a:noFill/>
          <a:ln w="19050">
            <a:solidFill>
              <a:srgbClr val="C9D6C3"/>
            </a:solidFill>
            <a:prstDash val="dash"/>
          </a:ln>
        </p:spPr>
        <p:txBody>
          <a:bodyPr/>
          <a:lstStyle/>
          <a:p>
            <a:endParaRPr lang="ko-KR" altLang="en-US"/>
          </a:p>
        </p:txBody>
      </p:sp>
      <p:sp>
        <p:nvSpPr>
          <p:cNvPr id="17" name="Shape 15"/>
          <p:cNvSpPr/>
          <p:nvPr/>
        </p:nvSpPr>
        <p:spPr>
          <a:xfrm>
            <a:off x="6053328" y="2157984"/>
            <a:ext cx="237744" cy="237744"/>
          </a:xfrm>
          <a:prstGeom prst="ellipse">
            <a:avLst/>
          </a:prstGeom>
          <a:solidFill>
            <a:srgbClr val="E8962E"/>
          </a:solidFill>
          <a:ln/>
        </p:spPr>
        <p:txBody>
          <a:bodyPr/>
          <a:lstStyle/>
          <a:p>
            <a:endParaRPr lang="ko-KR" altLang="en-US"/>
          </a:p>
        </p:txBody>
      </p:sp>
      <p:sp>
        <p:nvSpPr>
          <p:cNvPr id="18" name="Text 16"/>
          <p:cNvSpPr txBox="1"/>
          <p:nvPr/>
        </p:nvSpPr>
        <p:spPr>
          <a:xfrm>
            <a:off x="6053328" y="2157984"/>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a:t>
            </a:r>
            <a:endParaRPr lang="en-US" sz="1000" dirty="0"/>
          </a:p>
        </p:txBody>
      </p:sp>
      <p:sp>
        <p:nvSpPr>
          <p:cNvPr id="19" name="Shape 17"/>
          <p:cNvSpPr/>
          <p:nvPr/>
        </p:nvSpPr>
        <p:spPr>
          <a:xfrm>
            <a:off x="6583680" y="1508760"/>
            <a:ext cx="2103120" cy="694944"/>
          </a:xfrm>
          <a:prstGeom prst="roundRect">
            <a:avLst>
              <a:gd name="adj" fmla="val 10526"/>
            </a:avLst>
          </a:prstGeom>
          <a:solidFill>
            <a:srgbClr val="FFFFFF"/>
          </a:solidFill>
          <a:ln w="12700">
            <a:solidFill>
              <a:srgbClr val="C9D6C3"/>
            </a:solidFill>
            <a:prstDash val="solid"/>
          </a:ln>
        </p:spPr>
        <p:txBody>
          <a:bodyPr/>
          <a:lstStyle/>
          <a:p>
            <a:endParaRPr lang="ko-KR" altLang="en-US"/>
          </a:p>
        </p:txBody>
      </p:sp>
      <p:sp>
        <p:nvSpPr>
          <p:cNvPr id="20" name="Text 18"/>
          <p:cNvSpPr txBox="1"/>
          <p:nvPr/>
        </p:nvSpPr>
        <p:spPr>
          <a:xfrm>
            <a:off x="6720840" y="1581912"/>
            <a:ext cx="1920240" cy="274320"/>
          </a:xfrm>
          <a:prstGeom prst="rect">
            <a:avLst/>
          </a:prstGeom>
          <a:noFill/>
          <a:ln/>
        </p:spPr>
        <p:txBody>
          <a:bodyPr wrap="square" lIns="0" tIns="0" rIns="0" bIns="0" rtlCol="0" anchor="ctr"/>
          <a:lstStyle/>
          <a:p>
            <a:pPr marL="0" indent="0">
              <a:buNone/>
            </a:pPr>
            <a:r>
              <a:rPr lang="en-US" sz="1300" b="1" dirty="0">
                <a:solidFill>
                  <a:srgbClr val="1F4D2B"/>
                </a:solidFill>
                <a:latin typeface="맑은 고딕" pitchFamily="34" charset="0"/>
                <a:ea typeface="맑은 고딕" pitchFamily="34" charset="-122"/>
                <a:cs typeface="맑은 고딕" pitchFamily="34" charset="-120"/>
              </a:rPr>
              <a:t>돌봄 행동</a:t>
            </a:r>
            <a:endParaRPr lang="en-US" sz="1300" dirty="0"/>
          </a:p>
        </p:txBody>
      </p:sp>
      <p:sp>
        <p:nvSpPr>
          <p:cNvPr id="21" name="Text 19"/>
          <p:cNvSpPr txBox="1"/>
          <p:nvPr/>
        </p:nvSpPr>
        <p:spPr>
          <a:xfrm>
            <a:off x="6720840" y="1874520"/>
            <a:ext cx="1920240" cy="237744"/>
          </a:xfrm>
          <a:prstGeom prst="rect">
            <a:avLst/>
          </a:prstGeom>
          <a:noFill/>
          <a:ln/>
        </p:spPr>
        <p:txBody>
          <a:bodyPr wrap="square" lIns="0" tIns="0" rIns="0" bIns="0" rtlCol="0" anchor="ctr"/>
          <a:lstStyle/>
          <a:p>
            <a:pPr marL="0" indent="0">
              <a:buNone/>
            </a:pPr>
            <a:r>
              <a:rPr lang="en-US" sz="1000" dirty="0">
                <a:solidFill>
                  <a:srgbClr val="5B6B60"/>
                </a:solidFill>
                <a:latin typeface="맑은 고딕" pitchFamily="34" charset="0"/>
                <a:ea typeface="맑은 고딕" pitchFamily="34" charset="-122"/>
                <a:cs typeface="맑은 고딕" pitchFamily="34" charset="-120"/>
              </a:rPr>
              <a:t>나무 이력으로 모이지 않음</a:t>
            </a:r>
            <a:endParaRPr lang="en-US" sz="1000" dirty="0"/>
          </a:p>
        </p:txBody>
      </p:sp>
      <p:sp>
        <p:nvSpPr>
          <p:cNvPr id="22" name="Shape 20"/>
          <p:cNvSpPr/>
          <p:nvPr/>
        </p:nvSpPr>
        <p:spPr>
          <a:xfrm>
            <a:off x="5760720" y="2697480"/>
            <a:ext cx="822960" cy="27432"/>
          </a:xfrm>
          <a:prstGeom prst="line">
            <a:avLst/>
          </a:prstGeom>
          <a:noFill/>
          <a:ln w="19050">
            <a:solidFill>
              <a:srgbClr val="C9D6C3"/>
            </a:solidFill>
            <a:prstDash val="dash"/>
          </a:ln>
        </p:spPr>
        <p:txBody>
          <a:bodyPr/>
          <a:lstStyle/>
          <a:p>
            <a:endParaRPr lang="ko-KR" altLang="en-US"/>
          </a:p>
        </p:txBody>
      </p:sp>
      <p:sp>
        <p:nvSpPr>
          <p:cNvPr id="23" name="Shape 21"/>
          <p:cNvSpPr/>
          <p:nvPr/>
        </p:nvSpPr>
        <p:spPr>
          <a:xfrm>
            <a:off x="6053328" y="2592324"/>
            <a:ext cx="237744" cy="237744"/>
          </a:xfrm>
          <a:prstGeom prst="ellipse">
            <a:avLst/>
          </a:prstGeom>
          <a:solidFill>
            <a:srgbClr val="E8962E"/>
          </a:solidFill>
          <a:ln/>
        </p:spPr>
        <p:txBody>
          <a:bodyPr/>
          <a:lstStyle/>
          <a:p>
            <a:endParaRPr lang="ko-KR" altLang="en-US"/>
          </a:p>
        </p:txBody>
      </p:sp>
      <p:sp>
        <p:nvSpPr>
          <p:cNvPr id="24" name="Text 22"/>
          <p:cNvSpPr txBox="1"/>
          <p:nvPr/>
        </p:nvSpPr>
        <p:spPr>
          <a:xfrm>
            <a:off x="6053328" y="2592324"/>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a:t>
            </a:r>
            <a:endParaRPr lang="en-US" sz="1000" dirty="0"/>
          </a:p>
        </p:txBody>
      </p:sp>
      <p:sp>
        <p:nvSpPr>
          <p:cNvPr id="25" name="Shape 23"/>
          <p:cNvSpPr/>
          <p:nvPr/>
        </p:nvSpPr>
        <p:spPr>
          <a:xfrm>
            <a:off x="6583680" y="2377440"/>
            <a:ext cx="2103120" cy="694944"/>
          </a:xfrm>
          <a:prstGeom prst="roundRect">
            <a:avLst>
              <a:gd name="adj" fmla="val 10526"/>
            </a:avLst>
          </a:prstGeom>
          <a:solidFill>
            <a:srgbClr val="FFFFFF"/>
          </a:solidFill>
          <a:ln w="12700">
            <a:solidFill>
              <a:srgbClr val="C9D6C3"/>
            </a:solidFill>
            <a:prstDash val="solid"/>
          </a:ln>
        </p:spPr>
        <p:txBody>
          <a:bodyPr/>
          <a:lstStyle/>
          <a:p>
            <a:endParaRPr lang="ko-KR" altLang="en-US"/>
          </a:p>
        </p:txBody>
      </p:sp>
      <p:sp>
        <p:nvSpPr>
          <p:cNvPr id="26" name="Text 24"/>
          <p:cNvSpPr txBox="1"/>
          <p:nvPr/>
        </p:nvSpPr>
        <p:spPr>
          <a:xfrm>
            <a:off x="6720840" y="2450592"/>
            <a:ext cx="1920240" cy="274320"/>
          </a:xfrm>
          <a:prstGeom prst="rect">
            <a:avLst/>
          </a:prstGeom>
          <a:noFill/>
          <a:ln/>
        </p:spPr>
        <p:txBody>
          <a:bodyPr wrap="square" lIns="0" tIns="0" rIns="0" bIns="0" rtlCol="0" anchor="ctr"/>
          <a:lstStyle/>
          <a:p>
            <a:pPr marL="0" indent="0">
              <a:buNone/>
            </a:pPr>
            <a:r>
              <a:rPr lang="en-US" sz="1300" b="1" dirty="0">
                <a:solidFill>
                  <a:srgbClr val="1F4D2B"/>
                </a:solidFill>
                <a:latin typeface="맑은 고딕" pitchFamily="34" charset="0"/>
                <a:ea typeface="맑은 고딕" pitchFamily="34" charset="-122"/>
                <a:cs typeface="맑은 고딕" pitchFamily="34" charset="-120"/>
              </a:rPr>
              <a:t>관리 데이터</a:t>
            </a:r>
            <a:endParaRPr lang="en-US" sz="1300" dirty="0"/>
          </a:p>
        </p:txBody>
      </p:sp>
      <p:sp>
        <p:nvSpPr>
          <p:cNvPr id="27" name="Text 25"/>
          <p:cNvSpPr txBox="1"/>
          <p:nvPr/>
        </p:nvSpPr>
        <p:spPr>
          <a:xfrm>
            <a:off x="6720840" y="2743200"/>
            <a:ext cx="1920240" cy="237744"/>
          </a:xfrm>
          <a:prstGeom prst="rect">
            <a:avLst/>
          </a:prstGeom>
          <a:noFill/>
          <a:ln/>
        </p:spPr>
        <p:txBody>
          <a:bodyPr wrap="square" lIns="0" tIns="0" rIns="0" bIns="0" rtlCol="0" anchor="ctr"/>
          <a:lstStyle/>
          <a:p>
            <a:pPr marL="0" indent="0">
              <a:buNone/>
            </a:pPr>
            <a:r>
              <a:rPr lang="en-US" sz="1000" dirty="0">
                <a:solidFill>
                  <a:srgbClr val="5B6B60"/>
                </a:solidFill>
                <a:latin typeface="맑은 고딕" pitchFamily="34" charset="0"/>
                <a:ea typeface="맑은 고딕" pitchFamily="34" charset="-122"/>
                <a:cs typeface="맑은 고딕" pitchFamily="34" charset="-120"/>
              </a:rPr>
              <a:t>신고 결과가 나무 기록과 분리</a:t>
            </a:r>
            <a:endParaRPr lang="en-US" sz="1000" dirty="0"/>
          </a:p>
        </p:txBody>
      </p:sp>
      <p:sp>
        <p:nvSpPr>
          <p:cNvPr id="28" name="Shape 26"/>
          <p:cNvSpPr/>
          <p:nvPr/>
        </p:nvSpPr>
        <p:spPr>
          <a:xfrm>
            <a:off x="5760720" y="2697480"/>
            <a:ext cx="822960" cy="896112"/>
          </a:xfrm>
          <a:prstGeom prst="line">
            <a:avLst/>
          </a:prstGeom>
          <a:noFill/>
          <a:ln w="19050">
            <a:solidFill>
              <a:srgbClr val="C9D6C3"/>
            </a:solidFill>
            <a:prstDash val="dash"/>
          </a:ln>
        </p:spPr>
        <p:txBody>
          <a:bodyPr/>
          <a:lstStyle/>
          <a:p>
            <a:endParaRPr lang="ko-KR" altLang="en-US"/>
          </a:p>
        </p:txBody>
      </p:sp>
      <p:sp>
        <p:nvSpPr>
          <p:cNvPr id="29" name="Shape 27"/>
          <p:cNvSpPr/>
          <p:nvPr/>
        </p:nvSpPr>
        <p:spPr>
          <a:xfrm>
            <a:off x="6053328" y="3026664"/>
            <a:ext cx="237744" cy="237744"/>
          </a:xfrm>
          <a:prstGeom prst="ellipse">
            <a:avLst/>
          </a:prstGeom>
          <a:solidFill>
            <a:srgbClr val="E8962E"/>
          </a:solidFill>
          <a:ln/>
        </p:spPr>
        <p:txBody>
          <a:bodyPr/>
          <a:lstStyle/>
          <a:p>
            <a:endParaRPr lang="ko-KR" altLang="en-US"/>
          </a:p>
        </p:txBody>
      </p:sp>
      <p:sp>
        <p:nvSpPr>
          <p:cNvPr id="30" name="Text 28"/>
          <p:cNvSpPr txBox="1"/>
          <p:nvPr/>
        </p:nvSpPr>
        <p:spPr>
          <a:xfrm>
            <a:off x="6053328" y="3026664"/>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a:t>
            </a:r>
            <a:endParaRPr lang="en-US" sz="1000" dirty="0"/>
          </a:p>
        </p:txBody>
      </p:sp>
      <p:sp>
        <p:nvSpPr>
          <p:cNvPr id="31" name="Shape 29"/>
          <p:cNvSpPr/>
          <p:nvPr/>
        </p:nvSpPr>
        <p:spPr>
          <a:xfrm>
            <a:off x="6583680" y="3246120"/>
            <a:ext cx="2103120" cy="694944"/>
          </a:xfrm>
          <a:prstGeom prst="roundRect">
            <a:avLst>
              <a:gd name="adj" fmla="val 10526"/>
            </a:avLst>
          </a:prstGeom>
          <a:solidFill>
            <a:srgbClr val="FFFFFF"/>
          </a:solidFill>
          <a:ln w="12700">
            <a:solidFill>
              <a:srgbClr val="C9D6C3"/>
            </a:solidFill>
            <a:prstDash val="solid"/>
          </a:ln>
        </p:spPr>
        <p:txBody>
          <a:bodyPr/>
          <a:lstStyle/>
          <a:p>
            <a:endParaRPr lang="ko-KR" altLang="en-US"/>
          </a:p>
        </p:txBody>
      </p:sp>
      <p:sp>
        <p:nvSpPr>
          <p:cNvPr id="32" name="Text 30"/>
          <p:cNvSpPr txBox="1"/>
          <p:nvPr/>
        </p:nvSpPr>
        <p:spPr>
          <a:xfrm>
            <a:off x="6720840" y="3319272"/>
            <a:ext cx="1920240" cy="274320"/>
          </a:xfrm>
          <a:prstGeom prst="rect">
            <a:avLst/>
          </a:prstGeom>
          <a:noFill/>
          <a:ln/>
        </p:spPr>
        <p:txBody>
          <a:bodyPr wrap="square" lIns="0" tIns="0" rIns="0" bIns="0" rtlCol="0" anchor="ctr"/>
          <a:lstStyle/>
          <a:p>
            <a:pPr marL="0" indent="0">
              <a:buNone/>
            </a:pPr>
            <a:r>
              <a:rPr lang="en-US" sz="1300" b="1" dirty="0">
                <a:solidFill>
                  <a:srgbClr val="1F4D2B"/>
                </a:solidFill>
                <a:latin typeface="맑은 고딕" pitchFamily="34" charset="0"/>
                <a:ea typeface="맑은 고딕" pitchFamily="34" charset="-122"/>
                <a:cs typeface="맑은 고딕" pitchFamily="34" charset="-120"/>
              </a:rPr>
              <a:t>관리 재원</a:t>
            </a:r>
            <a:endParaRPr lang="en-US" sz="1300" dirty="0"/>
          </a:p>
        </p:txBody>
      </p:sp>
      <p:sp>
        <p:nvSpPr>
          <p:cNvPr id="33" name="Text 31"/>
          <p:cNvSpPr txBox="1"/>
          <p:nvPr/>
        </p:nvSpPr>
        <p:spPr>
          <a:xfrm>
            <a:off x="6720840" y="3611880"/>
            <a:ext cx="1920240" cy="237744"/>
          </a:xfrm>
          <a:prstGeom prst="rect">
            <a:avLst/>
          </a:prstGeom>
          <a:noFill/>
          <a:ln/>
        </p:spPr>
        <p:txBody>
          <a:bodyPr wrap="square" lIns="0" tIns="0" rIns="0" bIns="0" rtlCol="0" anchor="ctr"/>
          <a:lstStyle/>
          <a:p>
            <a:pPr marL="0" indent="0">
              <a:buNone/>
            </a:pPr>
            <a:r>
              <a:rPr lang="en-US" sz="1000" dirty="0">
                <a:solidFill>
                  <a:srgbClr val="5B6B60"/>
                </a:solidFill>
                <a:latin typeface="맑은 고딕" pitchFamily="34" charset="0"/>
                <a:ea typeface="맑은 고딕" pitchFamily="34" charset="-122"/>
                <a:cs typeface="맑은 고딕" pitchFamily="34" charset="-120"/>
              </a:rPr>
              <a:t>나무별로 기여할 공식 경로 없음</a:t>
            </a:r>
            <a:endParaRPr lang="en-US" sz="1000" dirty="0"/>
          </a:p>
        </p:txBody>
      </p:sp>
      <p:sp>
        <p:nvSpPr>
          <p:cNvPr id="34" name="Text 32"/>
          <p:cNvSpPr txBox="1"/>
          <p:nvPr/>
        </p:nvSpPr>
        <p:spPr>
          <a:xfrm>
            <a:off x="4389120" y="4251960"/>
            <a:ext cx="4297680" cy="274320"/>
          </a:xfrm>
          <a:prstGeom prst="rect">
            <a:avLst/>
          </a:prstGeom>
          <a:noFill/>
          <a:ln/>
        </p:spPr>
        <p:txBody>
          <a:bodyPr wrap="square" lIns="0" tIns="0" rIns="0" bIns="0" rtlCol="0" anchor="ctr"/>
          <a:lstStyle/>
          <a:p>
            <a:pPr marL="0" indent="0">
              <a:buNone/>
            </a:pPr>
            <a:r>
              <a:rPr lang="en-US" sz="1100" b="1" dirty="0">
                <a:solidFill>
                  <a:srgbClr val="E8962E"/>
                </a:solidFill>
                <a:latin typeface="맑은 고딕" pitchFamily="34" charset="0"/>
                <a:ea typeface="맑은 고딕" pitchFamily="34" charset="-122"/>
                <a:cs typeface="맑은 고딕" pitchFamily="34" charset="-120"/>
              </a:rPr>
              <a:t>결과: 참여는 일회성에 그치기 쉽고, 관리 공백은 고사·교체 위험으로</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47472"/>
            <a:ext cx="310896" cy="310896"/>
          </a:xfrm>
          <a:prstGeom prst="ellipse">
            <a:avLst/>
          </a:prstGeom>
          <a:solidFill>
            <a:srgbClr val="1F4D2B"/>
          </a:solidFill>
          <a:ln/>
        </p:spPr>
        <p:txBody>
          <a:bodyPr/>
          <a:lstStyle/>
          <a:p>
            <a:endParaRPr lang="ko-KR" altLang="en-US"/>
          </a:p>
        </p:txBody>
      </p:sp>
      <p:sp>
        <p:nvSpPr>
          <p:cNvPr id="3" name="Text 1"/>
          <p:cNvSpPr txBox="1"/>
          <p:nvPr/>
        </p:nvSpPr>
        <p:spPr>
          <a:xfrm>
            <a:off x="457200" y="347472"/>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3</a:t>
            </a:r>
            <a:endParaRPr lang="en-US" sz="1200" dirty="0"/>
          </a:p>
        </p:txBody>
      </p:sp>
      <p:sp>
        <p:nvSpPr>
          <p:cNvPr id="4" name="Text 2"/>
          <p:cNvSpPr txBox="1"/>
          <p:nvPr/>
        </p:nvSpPr>
        <p:spPr>
          <a:xfrm>
            <a:off x="868680" y="347472"/>
            <a:ext cx="2743200" cy="310896"/>
          </a:xfrm>
          <a:prstGeom prst="rect">
            <a:avLst/>
          </a:prstGeom>
          <a:noFill/>
          <a:ln/>
        </p:spPr>
        <p:txBody>
          <a:bodyPr wrap="square" lIns="0" tIns="0" rIns="0" bIns="0" rtlCol="0" anchor="ctr"/>
          <a:lstStyle/>
          <a:p>
            <a:pPr marL="0" indent="0">
              <a:buNone/>
            </a:pPr>
            <a:r>
              <a:rPr lang="en-US" sz="1200" b="1" dirty="0">
                <a:solidFill>
                  <a:srgbClr val="6FA35A"/>
                </a:solidFill>
                <a:latin typeface="맑은 고딕" pitchFamily="34" charset="0"/>
                <a:ea typeface="맑은 고딕" pitchFamily="34" charset="-122"/>
                <a:cs typeface="맑은 고딕" pitchFamily="34" charset="-120"/>
              </a:rPr>
              <a:t>사용자</a:t>
            </a:r>
            <a:endParaRPr lang="en-US" sz="1200" dirty="0"/>
          </a:p>
        </p:txBody>
      </p:sp>
      <p:sp>
        <p:nvSpPr>
          <p:cNvPr id="5" name="Text 3"/>
          <p:cNvSpPr txBox="1"/>
          <p:nvPr/>
        </p:nvSpPr>
        <p:spPr>
          <a:xfrm>
            <a:off x="457200" y="749808"/>
            <a:ext cx="8229600" cy="548640"/>
          </a:xfrm>
          <a:prstGeom prst="rect">
            <a:avLst/>
          </a:prstGeom>
          <a:noFill/>
          <a:ln/>
        </p:spPr>
        <p:txBody>
          <a:bodyPr wrap="square" lIns="0" tIns="0" rIns="0" bIns="0" rtlCol="0" anchor="ctr"/>
          <a:lstStyle/>
          <a:p>
            <a:pPr marL="0" indent="0">
              <a:buNone/>
            </a:pPr>
            <a:r>
              <a:rPr lang="en-US" sz="2400" b="1" dirty="0">
                <a:solidFill>
                  <a:srgbClr val="1F4D2B"/>
                </a:solidFill>
                <a:latin typeface="맑은 고딕" pitchFamily="34" charset="0"/>
                <a:ea typeface="맑은 고딕" pitchFamily="34" charset="-122"/>
                <a:cs typeface="맑은 고딕" pitchFamily="34" charset="-120"/>
              </a:rPr>
              <a:t>한 그루의 나무를 둘러싼 세 사람</a:t>
            </a:r>
            <a:endParaRPr lang="en-US" sz="2400" dirty="0"/>
          </a:p>
        </p:txBody>
      </p:sp>
      <p:sp>
        <p:nvSpPr>
          <p:cNvPr id="6" name="Text 4"/>
          <p:cNvSpPr txBox="1"/>
          <p:nvPr/>
        </p:nvSpPr>
        <p:spPr>
          <a:xfrm>
            <a:off x="5943600" y="4800600"/>
            <a:ext cx="2743200" cy="201168"/>
          </a:xfrm>
          <a:prstGeom prst="rect">
            <a:avLst/>
          </a:prstGeom>
          <a:noFill/>
          <a:ln/>
        </p:spPr>
        <p:txBody>
          <a:bodyPr wrap="square" lIns="0" tIns="0" rIns="0" bIns="0" rtlCol="0" anchor="ctr"/>
          <a:lstStyle/>
          <a:p>
            <a:pPr marL="0" indent="0" algn="r">
              <a:buNone/>
            </a:pPr>
            <a:r>
              <a:rPr lang="en-US" sz="800" dirty="0">
                <a:solidFill>
                  <a:srgbClr val="5B6B60"/>
                </a:solidFill>
                <a:latin typeface="맑은 고딕" pitchFamily="34" charset="0"/>
                <a:ea typeface="맑은 고딕" pitchFamily="34" charset="-122"/>
                <a:cs typeface="맑은 고딕" pitchFamily="34" charset="-120"/>
              </a:rPr>
              <a:t>서울 TreeMate  |  3 / 10</a:t>
            </a:r>
            <a:endParaRPr lang="en-US" sz="800" dirty="0"/>
          </a:p>
        </p:txBody>
      </p:sp>
      <p:sp>
        <p:nvSpPr>
          <p:cNvPr id="7" name="Shape 5"/>
          <p:cNvSpPr/>
          <p:nvPr/>
        </p:nvSpPr>
        <p:spPr>
          <a:xfrm>
            <a:off x="457200" y="1463040"/>
            <a:ext cx="2606040" cy="3108960"/>
          </a:xfrm>
          <a:prstGeom prst="roundRect">
            <a:avLst>
              <a:gd name="adj" fmla="val 3509"/>
            </a:avLst>
          </a:prstGeom>
          <a:solidFill>
            <a:srgbClr val="FFFFFF"/>
          </a:solidFill>
          <a:ln w="12700">
            <a:solidFill>
              <a:srgbClr val="C9D6C3"/>
            </a:solidFill>
            <a:prstDash val="solid"/>
          </a:ln>
          <a:effectLst>
            <a:outerShdw blurRad="76200" dist="25400" dir="5400000" algn="bl" rotWithShape="0">
              <a:srgbClr val="000000">
                <a:alpha val="12000"/>
              </a:srgbClr>
            </a:outerShdw>
          </a:effectLst>
        </p:spPr>
        <p:txBody>
          <a:bodyPr/>
          <a:lstStyle/>
          <a:p>
            <a:endParaRPr lang="ko-KR" altLang="en-US"/>
          </a:p>
        </p:txBody>
      </p:sp>
      <p:sp>
        <p:nvSpPr>
          <p:cNvPr id="8" name="Shape 6"/>
          <p:cNvSpPr/>
          <p:nvPr/>
        </p:nvSpPr>
        <p:spPr>
          <a:xfrm>
            <a:off x="640080" y="1645920"/>
            <a:ext cx="502920" cy="502920"/>
          </a:xfrm>
          <a:prstGeom prst="ellipse">
            <a:avLst/>
          </a:prstGeom>
          <a:solidFill>
            <a:srgbClr val="1F4D2B"/>
          </a:solidFill>
          <a:ln/>
        </p:spPr>
        <p:txBody>
          <a:bodyPr/>
          <a:lstStyle/>
          <a:p>
            <a:endParaRPr lang="ko-KR" altLang="en-US"/>
          </a:p>
        </p:txBody>
      </p:sp>
      <p:sp>
        <p:nvSpPr>
          <p:cNvPr id="9" name="Text 7"/>
          <p:cNvSpPr txBox="1"/>
          <p:nvPr/>
        </p:nvSpPr>
        <p:spPr>
          <a:xfrm>
            <a:off x="640080" y="164592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맑은 고딕" pitchFamily="34" charset="0"/>
                <a:ea typeface="맑은 고딕" pitchFamily="34" charset="-122"/>
                <a:cs typeface="맑은 고딕" pitchFamily="34" charset="-120"/>
              </a:rPr>
              <a:t>박</a:t>
            </a:r>
            <a:endParaRPr lang="en-US" sz="1800" dirty="0"/>
          </a:p>
        </p:txBody>
      </p:sp>
      <p:sp>
        <p:nvSpPr>
          <p:cNvPr id="10" name="Text 8"/>
          <p:cNvSpPr txBox="1"/>
          <p:nvPr/>
        </p:nvSpPr>
        <p:spPr>
          <a:xfrm>
            <a:off x="1261872" y="1645920"/>
            <a:ext cx="1691640" cy="228600"/>
          </a:xfrm>
          <a:prstGeom prst="rect">
            <a:avLst/>
          </a:prstGeom>
          <a:noFill/>
          <a:ln/>
        </p:spPr>
        <p:txBody>
          <a:bodyPr wrap="square" lIns="0" tIns="0" rIns="0" bIns="0" rtlCol="0" anchor="ctr"/>
          <a:lstStyle/>
          <a:p>
            <a:pPr marL="0" indent="0">
              <a:buNone/>
            </a:pPr>
            <a:r>
              <a:rPr lang="en-US" sz="1000" b="1" dirty="0">
                <a:solidFill>
                  <a:srgbClr val="1F4D2B"/>
                </a:solidFill>
                <a:latin typeface="맑은 고딕" pitchFamily="34" charset="0"/>
                <a:ea typeface="맑은 고딕" pitchFamily="34" charset="-122"/>
                <a:cs typeface="맑은 고딕" pitchFamily="34" charset="-120"/>
              </a:rPr>
              <a:t>지자체</a:t>
            </a:r>
            <a:endParaRPr lang="en-US" sz="1000" dirty="0"/>
          </a:p>
        </p:txBody>
      </p:sp>
      <p:sp>
        <p:nvSpPr>
          <p:cNvPr id="11" name="Text 9"/>
          <p:cNvSpPr txBox="1"/>
          <p:nvPr/>
        </p:nvSpPr>
        <p:spPr>
          <a:xfrm>
            <a:off x="1261872" y="1874520"/>
            <a:ext cx="1691640" cy="365760"/>
          </a:xfrm>
          <a:prstGeom prst="rect">
            <a:avLst/>
          </a:prstGeom>
          <a:noFill/>
          <a:ln/>
        </p:spPr>
        <p:txBody>
          <a:bodyPr wrap="square" lIns="0" tIns="0" rIns="0" bIns="0" rtlCol="0" anchor="t"/>
          <a:lstStyle/>
          <a:p>
            <a:pPr marL="0" indent="0">
              <a:buNone/>
            </a:pPr>
            <a:r>
              <a:rPr lang="en-US" sz="1150" b="1" dirty="0">
                <a:solidFill>
                  <a:srgbClr val="1E2B22"/>
                </a:solidFill>
                <a:latin typeface="맑은 고딕" pitchFamily="34" charset="0"/>
                <a:ea typeface="맑은 고딕" pitchFamily="34" charset="-122"/>
                <a:cs typeface="맑은 고딕" pitchFamily="34" charset="-120"/>
              </a:rPr>
              <a:t>구청 녹지과 박OO 주무관</a:t>
            </a:r>
            <a:endParaRPr lang="en-US" sz="1150" dirty="0"/>
          </a:p>
        </p:txBody>
      </p:sp>
      <p:sp>
        <p:nvSpPr>
          <p:cNvPr id="12" name="Shape 10"/>
          <p:cNvSpPr/>
          <p:nvPr/>
        </p:nvSpPr>
        <p:spPr>
          <a:xfrm>
            <a:off x="640080" y="2359152"/>
            <a:ext cx="2240280" cy="566928"/>
          </a:xfrm>
          <a:prstGeom prst="rect">
            <a:avLst/>
          </a:prstGeom>
          <a:solidFill>
            <a:srgbClr val="F3F5F2"/>
          </a:solidFill>
          <a:ln/>
        </p:spPr>
        <p:txBody>
          <a:bodyPr/>
          <a:lstStyle/>
          <a:p>
            <a:endParaRPr lang="ko-KR" altLang="en-US"/>
          </a:p>
        </p:txBody>
      </p:sp>
      <p:sp>
        <p:nvSpPr>
          <p:cNvPr id="13" name="Text 11"/>
          <p:cNvSpPr txBox="1"/>
          <p:nvPr/>
        </p:nvSpPr>
        <p:spPr>
          <a:xfrm>
            <a:off x="731520" y="2359152"/>
            <a:ext cx="2057400" cy="566928"/>
          </a:xfrm>
          <a:prstGeom prst="rect">
            <a:avLst/>
          </a:prstGeom>
          <a:noFill/>
          <a:ln/>
        </p:spPr>
        <p:txBody>
          <a:bodyPr wrap="square" lIns="0" tIns="0" rIns="0" bIns="0" rtlCol="0" anchor="ctr"/>
          <a:lstStyle/>
          <a:p>
            <a:pPr marL="0" indent="0">
              <a:buNone/>
            </a:pPr>
            <a:r>
              <a:rPr lang="en-US" sz="1050" i="1" dirty="0">
                <a:solidFill>
                  <a:srgbClr val="1F4D2B"/>
                </a:solidFill>
                <a:latin typeface="맑은 고딕" pitchFamily="34" charset="0"/>
                <a:ea typeface="맑은 고딕" pitchFamily="34" charset="-122"/>
                <a:cs typeface="맑은 고딕" pitchFamily="34" charset="-120"/>
              </a:rPr>
              <a:t>“어느 나무부터 가야 하는지 모르겠어요”</a:t>
            </a:r>
            <a:endParaRPr lang="en-US" sz="1050" dirty="0"/>
          </a:p>
        </p:txBody>
      </p:sp>
      <p:sp>
        <p:nvSpPr>
          <p:cNvPr id="14" name="Text 12"/>
          <p:cNvSpPr txBox="1"/>
          <p:nvPr/>
        </p:nvSpPr>
        <p:spPr>
          <a:xfrm>
            <a:off x="640080" y="3063240"/>
            <a:ext cx="914400" cy="201168"/>
          </a:xfrm>
          <a:prstGeom prst="rect">
            <a:avLst/>
          </a:prstGeom>
          <a:noFill/>
          <a:ln/>
        </p:spPr>
        <p:txBody>
          <a:bodyPr wrap="square" lIns="0" tIns="0" rIns="0" bIns="0" rtlCol="0" anchor="ctr"/>
          <a:lstStyle/>
          <a:p>
            <a:pPr marL="0" indent="0">
              <a:buNone/>
            </a:pPr>
            <a:r>
              <a:rPr lang="en-US" sz="950" b="1" dirty="0">
                <a:solidFill>
                  <a:srgbClr val="5B6B60"/>
                </a:solidFill>
                <a:latin typeface="맑은 고딕" pitchFamily="34" charset="0"/>
                <a:ea typeface="맑은 고딕" pitchFamily="34" charset="-122"/>
                <a:cs typeface="맑은 고딕" pitchFamily="34" charset="-120"/>
              </a:rPr>
              <a:t>불편</a:t>
            </a:r>
            <a:endParaRPr lang="en-US" sz="950" dirty="0"/>
          </a:p>
        </p:txBody>
      </p:sp>
      <p:sp>
        <p:nvSpPr>
          <p:cNvPr id="15" name="Text 13"/>
          <p:cNvSpPr txBox="1"/>
          <p:nvPr/>
        </p:nvSpPr>
        <p:spPr>
          <a:xfrm>
            <a:off x="640080" y="3273552"/>
            <a:ext cx="2240280" cy="566928"/>
          </a:xfrm>
          <a:prstGeom prst="rect">
            <a:avLst/>
          </a:prstGeom>
          <a:noFill/>
          <a:ln/>
        </p:spPr>
        <p:txBody>
          <a:bodyPr wrap="square" lIns="0" tIns="0" rIns="0" bIns="0" rtlCol="0" anchor="t"/>
          <a:lstStyle/>
          <a:p>
            <a:pPr marL="0" indent="0">
              <a:buNone/>
            </a:pPr>
            <a:r>
              <a:rPr lang="en-US" sz="1000" dirty="0">
                <a:solidFill>
                  <a:srgbClr val="1E2B22"/>
                </a:solidFill>
                <a:latin typeface="맑은 고딕" pitchFamily="34" charset="0"/>
                <a:ea typeface="맑은 고딕" pitchFamily="34" charset="-122"/>
                <a:cs typeface="맑은 고딕" pitchFamily="34" charset="-120"/>
              </a:rPr>
              <a:t>많은 가로수를 소수 인력이 관리. 물 부족·이상 나무, 시민 기록이 오래 없는 나무(관찰 공백)가 안 보임</a:t>
            </a:r>
            <a:endParaRPr lang="en-US" sz="1000" dirty="0"/>
          </a:p>
        </p:txBody>
      </p:sp>
      <p:sp>
        <p:nvSpPr>
          <p:cNvPr id="16" name="Text 14"/>
          <p:cNvSpPr txBox="1"/>
          <p:nvPr/>
        </p:nvSpPr>
        <p:spPr>
          <a:xfrm>
            <a:off x="640080" y="3840480"/>
            <a:ext cx="1097280" cy="201168"/>
          </a:xfrm>
          <a:prstGeom prst="rect">
            <a:avLst/>
          </a:prstGeom>
          <a:noFill/>
          <a:ln/>
        </p:spPr>
        <p:txBody>
          <a:bodyPr wrap="square" lIns="0" tIns="0" rIns="0" bIns="0" rtlCol="0" anchor="ctr"/>
          <a:lstStyle/>
          <a:p>
            <a:pPr marL="0" indent="0">
              <a:buNone/>
            </a:pPr>
            <a:r>
              <a:rPr lang="en-US" sz="950" b="1" dirty="0">
                <a:solidFill>
                  <a:srgbClr val="5B6B60"/>
                </a:solidFill>
                <a:latin typeface="맑은 고딕" pitchFamily="34" charset="0"/>
                <a:ea typeface="맑은 고딕" pitchFamily="34" charset="-122"/>
                <a:cs typeface="맑은 고딕" pitchFamily="34" charset="-120"/>
              </a:rPr>
              <a:t>원하는 것</a:t>
            </a:r>
            <a:endParaRPr lang="en-US" sz="950" dirty="0"/>
          </a:p>
        </p:txBody>
      </p:sp>
      <p:sp>
        <p:nvSpPr>
          <p:cNvPr id="17" name="Text 15"/>
          <p:cNvSpPr txBox="1"/>
          <p:nvPr/>
        </p:nvSpPr>
        <p:spPr>
          <a:xfrm>
            <a:off x="640080" y="4050792"/>
            <a:ext cx="2240280" cy="457200"/>
          </a:xfrm>
          <a:prstGeom prst="rect">
            <a:avLst/>
          </a:prstGeom>
          <a:noFill/>
          <a:ln/>
        </p:spPr>
        <p:txBody>
          <a:bodyPr wrap="square" lIns="0" tIns="0" rIns="0" bIns="0" rtlCol="0" anchor="t"/>
          <a:lstStyle/>
          <a:p>
            <a:pPr marL="0" indent="0">
              <a:buNone/>
            </a:pPr>
            <a:r>
              <a:rPr lang="en-US" sz="1000" dirty="0">
                <a:solidFill>
                  <a:srgbClr val="1E2B22"/>
                </a:solidFill>
                <a:latin typeface="맑은 고딕" pitchFamily="34" charset="0"/>
                <a:ea typeface="맑은 고딕" pitchFamily="34" charset="-122"/>
                <a:cs typeface="맑은 고딕" pitchFamily="34" charset="-120"/>
              </a:rPr>
              <a:t>우선순위가 매겨진 신고, 물 부족 목록, 관찰 공백 파악</a:t>
            </a:r>
            <a:endParaRPr lang="en-US" sz="1000" dirty="0"/>
          </a:p>
        </p:txBody>
      </p:sp>
      <p:sp>
        <p:nvSpPr>
          <p:cNvPr id="18" name="Shape 16"/>
          <p:cNvSpPr/>
          <p:nvPr/>
        </p:nvSpPr>
        <p:spPr>
          <a:xfrm>
            <a:off x="3246120" y="1463040"/>
            <a:ext cx="2606040" cy="3108960"/>
          </a:xfrm>
          <a:prstGeom prst="roundRect">
            <a:avLst>
              <a:gd name="adj" fmla="val 3509"/>
            </a:avLst>
          </a:prstGeom>
          <a:solidFill>
            <a:srgbClr val="FFFFFF"/>
          </a:solidFill>
          <a:ln w="12700">
            <a:solidFill>
              <a:srgbClr val="C9D6C3"/>
            </a:solidFill>
            <a:prstDash val="solid"/>
          </a:ln>
          <a:effectLst>
            <a:outerShdw blurRad="76200" dist="25400" dir="5400000" algn="bl" rotWithShape="0">
              <a:srgbClr val="000000">
                <a:alpha val="12000"/>
              </a:srgbClr>
            </a:outerShdw>
          </a:effectLst>
        </p:spPr>
        <p:txBody>
          <a:bodyPr/>
          <a:lstStyle/>
          <a:p>
            <a:endParaRPr lang="ko-KR" altLang="en-US"/>
          </a:p>
        </p:txBody>
      </p:sp>
      <p:sp>
        <p:nvSpPr>
          <p:cNvPr id="19" name="Shape 17"/>
          <p:cNvSpPr/>
          <p:nvPr/>
        </p:nvSpPr>
        <p:spPr>
          <a:xfrm>
            <a:off x="3429000" y="1645920"/>
            <a:ext cx="502920" cy="502920"/>
          </a:xfrm>
          <a:prstGeom prst="ellipse">
            <a:avLst/>
          </a:prstGeom>
          <a:solidFill>
            <a:srgbClr val="6FA35A"/>
          </a:solidFill>
          <a:ln/>
        </p:spPr>
        <p:txBody>
          <a:bodyPr/>
          <a:lstStyle/>
          <a:p>
            <a:endParaRPr lang="ko-KR" altLang="en-US"/>
          </a:p>
        </p:txBody>
      </p:sp>
      <p:sp>
        <p:nvSpPr>
          <p:cNvPr id="20" name="Text 18"/>
          <p:cNvSpPr txBox="1"/>
          <p:nvPr/>
        </p:nvSpPr>
        <p:spPr>
          <a:xfrm>
            <a:off x="3429000" y="164592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맑은 고딕" pitchFamily="34" charset="0"/>
                <a:ea typeface="맑은 고딕" pitchFamily="34" charset="-122"/>
                <a:cs typeface="맑은 고딕" pitchFamily="34" charset="-120"/>
              </a:rPr>
              <a:t>이</a:t>
            </a:r>
            <a:endParaRPr lang="en-US" sz="1800" dirty="0"/>
          </a:p>
        </p:txBody>
      </p:sp>
      <p:sp>
        <p:nvSpPr>
          <p:cNvPr id="21" name="Text 19"/>
          <p:cNvSpPr txBox="1"/>
          <p:nvPr/>
        </p:nvSpPr>
        <p:spPr>
          <a:xfrm>
            <a:off x="4050792" y="1645920"/>
            <a:ext cx="1691640" cy="228600"/>
          </a:xfrm>
          <a:prstGeom prst="rect">
            <a:avLst/>
          </a:prstGeom>
          <a:noFill/>
          <a:ln/>
        </p:spPr>
        <p:txBody>
          <a:bodyPr wrap="square" lIns="0" tIns="0" rIns="0" bIns="0" rtlCol="0" anchor="ctr"/>
          <a:lstStyle/>
          <a:p>
            <a:pPr marL="0" indent="0">
              <a:buNone/>
            </a:pPr>
            <a:r>
              <a:rPr lang="en-US" sz="1000" b="1" dirty="0">
                <a:solidFill>
                  <a:srgbClr val="6FA35A"/>
                </a:solidFill>
                <a:latin typeface="맑은 고딕" pitchFamily="34" charset="0"/>
                <a:ea typeface="맑은 고딕" pitchFamily="34" charset="-122"/>
                <a:cs typeface="맑은 고딕" pitchFamily="34" charset="-120"/>
              </a:rPr>
              <a:t>애착 시민 (핵심)</a:t>
            </a:r>
            <a:endParaRPr lang="en-US" sz="1000" dirty="0"/>
          </a:p>
        </p:txBody>
      </p:sp>
      <p:sp>
        <p:nvSpPr>
          <p:cNvPr id="22" name="Text 20"/>
          <p:cNvSpPr txBox="1"/>
          <p:nvPr/>
        </p:nvSpPr>
        <p:spPr>
          <a:xfrm>
            <a:off x="4050792" y="1874520"/>
            <a:ext cx="1691640" cy="365760"/>
          </a:xfrm>
          <a:prstGeom prst="rect">
            <a:avLst/>
          </a:prstGeom>
          <a:noFill/>
          <a:ln/>
        </p:spPr>
        <p:txBody>
          <a:bodyPr wrap="square" lIns="0" tIns="0" rIns="0" bIns="0" rtlCol="0" anchor="t"/>
          <a:lstStyle/>
          <a:p>
            <a:pPr marL="0" indent="0">
              <a:buNone/>
            </a:pPr>
            <a:r>
              <a:rPr lang="en-US" sz="1150" b="1" dirty="0">
                <a:solidFill>
                  <a:srgbClr val="1E2B22"/>
                </a:solidFill>
                <a:latin typeface="맑은 고딕" pitchFamily="34" charset="0"/>
                <a:ea typeface="맑은 고딕" pitchFamily="34" charset="-122"/>
                <a:cs typeface="맑은 고딕" pitchFamily="34" charset="-120"/>
              </a:rPr>
              <a:t>출근길 은행나무를 아끼는 이OO</a:t>
            </a:r>
            <a:endParaRPr lang="en-US" sz="1150" dirty="0"/>
          </a:p>
        </p:txBody>
      </p:sp>
      <p:sp>
        <p:nvSpPr>
          <p:cNvPr id="23" name="Shape 21"/>
          <p:cNvSpPr/>
          <p:nvPr/>
        </p:nvSpPr>
        <p:spPr>
          <a:xfrm>
            <a:off x="3429000" y="2359152"/>
            <a:ext cx="2240280" cy="566928"/>
          </a:xfrm>
          <a:prstGeom prst="rect">
            <a:avLst/>
          </a:prstGeom>
          <a:solidFill>
            <a:srgbClr val="F3F5F2"/>
          </a:solidFill>
          <a:ln/>
        </p:spPr>
        <p:txBody>
          <a:bodyPr/>
          <a:lstStyle/>
          <a:p>
            <a:endParaRPr lang="ko-KR" altLang="en-US"/>
          </a:p>
        </p:txBody>
      </p:sp>
      <p:sp>
        <p:nvSpPr>
          <p:cNvPr id="24" name="Text 22"/>
          <p:cNvSpPr txBox="1"/>
          <p:nvPr/>
        </p:nvSpPr>
        <p:spPr>
          <a:xfrm>
            <a:off x="3520440" y="2359152"/>
            <a:ext cx="2057400" cy="566928"/>
          </a:xfrm>
          <a:prstGeom prst="rect">
            <a:avLst/>
          </a:prstGeom>
          <a:noFill/>
          <a:ln/>
        </p:spPr>
        <p:txBody>
          <a:bodyPr wrap="square" lIns="0" tIns="0" rIns="0" bIns="0" rtlCol="0" anchor="ctr"/>
          <a:lstStyle/>
          <a:p>
            <a:pPr marL="0" indent="0">
              <a:buNone/>
            </a:pPr>
            <a:r>
              <a:rPr lang="en-US" sz="1050" i="1" dirty="0">
                <a:solidFill>
                  <a:srgbClr val="1F4D2B"/>
                </a:solidFill>
                <a:latin typeface="맑은 고딕" pitchFamily="34" charset="0"/>
                <a:ea typeface="맑은 고딕" pitchFamily="34" charset="-122"/>
                <a:cs typeface="맑은 고딕" pitchFamily="34" charset="-120"/>
              </a:rPr>
              <a:t>“돌봐도, 신고해도 이 나무엔 아무것도 안 남아요”</a:t>
            </a:r>
            <a:endParaRPr lang="en-US" sz="1050" dirty="0"/>
          </a:p>
        </p:txBody>
      </p:sp>
      <p:sp>
        <p:nvSpPr>
          <p:cNvPr id="25" name="Text 23"/>
          <p:cNvSpPr txBox="1"/>
          <p:nvPr/>
        </p:nvSpPr>
        <p:spPr>
          <a:xfrm>
            <a:off x="3429000" y="3063240"/>
            <a:ext cx="914400" cy="201168"/>
          </a:xfrm>
          <a:prstGeom prst="rect">
            <a:avLst/>
          </a:prstGeom>
          <a:noFill/>
          <a:ln/>
        </p:spPr>
        <p:txBody>
          <a:bodyPr wrap="square" lIns="0" tIns="0" rIns="0" bIns="0" rtlCol="0" anchor="ctr"/>
          <a:lstStyle/>
          <a:p>
            <a:pPr marL="0" indent="0">
              <a:buNone/>
            </a:pPr>
            <a:r>
              <a:rPr lang="en-US" sz="950" b="1" dirty="0">
                <a:solidFill>
                  <a:srgbClr val="5B6B60"/>
                </a:solidFill>
                <a:latin typeface="맑은 고딕" pitchFamily="34" charset="0"/>
                <a:ea typeface="맑은 고딕" pitchFamily="34" charset="-122"/>
                <a:cs typeface="맑은 고딕" pitchFamily="34" charset="-120"/>
              </a:rPr>
              <a:t>불편</a:t>
            </a:r>
            <a:endParaRPr lang="en-US" sz="950" dirty="0"/>
          </a:p>
        </p:txBody>
      </p:sp>
      <p:sp>
        <p:nvSpPr>
          <p:cNvPr id="26" name="Text 24"/>
          <p:cNvSpPr txBox="1"/>
          <p:nvPr/>
        </p:nvSpPr>
        <p:spPr>
          <a:xfrm>
            <a:off x="3429000" y="3273552"/>
            <a:ext cx="2240280" cy="566928"/>
          </a:xfrm>
          <a:prstGeom prst="rect">
            <a:avLst/>
          </a:prstGeom>
          <a:noFill/>
          <a:ln/>
        </p:spPr>
        <p:txBody>
          <a:bodyPr wrap="square" lIns="0" tIns="0" rIns="0" bIns="0" rtlCol="0" anchor="t"/>
          <a:lstStyle/>
          <a:p>
            <a:pPr marL="0" indent="0">
              <a:buNone/>
            </a:pPr>
            <a:r>
              <a:rPr lang="en-US" sz="1000" dirty="0">
                <a:solidFill>
                  <a:srgbClr val="1E2B22"/>
                </a:solidFill>
                <a:latin typeface="맑은 고딕" pitchFamily="34" charset="0"/>
                <a:ea typeface="맑은 고딕" pitchFamily="34" charset="-122"/>
                <a:cs typeface="맑은 고딕" pitchFamily="34" charset="-120"/>
              </a:rPr>
              <a:t>참여가 나무 이력으로 안 모이고, 신고 결과는 나무 기록과 분리, 나무별 기여 경로 없음</a:t>
            </a:r>
            <a:endParaRPr lang="en-US" sz="1000" dirty="0"/>
          </a:p>
        </p:txBody>
      </p:sp>
      <p:sp>
        <p:nvSpPr>
          <p:cNvPr id="27" name="Text 25"/>
          <p:cNvSpPr txBox="1"/>
          <p:nvPr/>
        </p:nvSpPr>
        <p:spPr>
          <a:xfrm>
            <a:off x="3429000" y="3840480"/>
            <a:ext cx="1097280" cy="201168"/>
          </a:xfrm>
          <a:prstGeom prst="rect">
            <a:avLst/>
          </a:prstGeom>
          <a:noFill/>
          <a:ln/>
        </p:spPr>
        <p:txBody>
          <a:bodyPr wrap="square" lIns="0" tIns="0" rIns="0" bIns="0" rtlCol="0" anchor="ctr"/>
          <a:lstStyle/>
          <a:p>
            <a:pPr marL="0" indent="0">
              <a:buNone/>
            </a:pPr>
            <a:r>
              <a:rPr lang="en-US" sz="950" b="1" dirty="0">
                <a:solidFill>
                  <a:srgbClr val="5B6B60"/>
                </a:solidFill>
                <a:latin typeface="맑은 고딕" pitchFamily="34" charset="0"/>
                <a:ea typeface="맑은 고딕" pitchFamily="34" charset="-122"/>
                <a:cs typeface="맑은 고딕" pitchFamily="34" charset="-120"/>
              </a:rPr>
              <a:t>원하는 것</a:t>
            </a:r>
            <a:endParaRPr lang="en-US" sz="950" dirty="0"/>
          </a:p>
        </p:txBody>
      </p:sp>
      <p:sp>
        <p:nvSpPr>
          <p:cNvPr id="28" name="Text 26"/>
          <p:cNvSpPr txBox="1"/>
          <p:nvPr/>
        </p:nvSpPr>
        <p:spPr>
          <a:xfrm>
            <a:off x="3429000" y="4050792"/>
            <a:ext cx="2240280" cy="457200"/>
          </a:xfrm>
          <a:prstGeom prst="rect">
            <a:avLst/>
          </a:prstGeom>
          <a:noFill/>
          <a:ln/>
        </p:spPr>
        <p:txBody>
          <a:bodyPr wrap="square" lIns="0" tIns="0" rIns="0" bIns="0" rtlCol="0" anchor="t"/>
          <a:lstStyle/>
          <a:p>
            <a:pPr marL="0" indent="0">
              <a:buNone/>
            </a:pPr>
            <a:r>
              <a:rPr lang="en-US" sz="1000" dirty="0">
                <a:solidFill>
                  <a:srgbClr val="1E2B22"/>
                </a:solidFill>
                <a:latin typeface="맑은 고딕" pitchFamily="34" charset="0"/>
                <a:ea typeface="맑은 고딕" pitchFamily="34" charset="-122"/>
                <a:cs typeface="맑은 고딕" pitchFamily="34" charset="-120"/>
              </a:rPr>
              <a:t>쉬운 기록·신고, 내 행동의 결과 확인, 나무와의 관계 남기기</a:t>
            </a:r>
            <a:endParaRPr lang="en-US" sz="1000" dirty="0"/>
          </a:p>
        </p:txBody>
      </p:sp>
      <p:sp>
        <p:nvSpPr>
          <p:cNvPr id="29" name="Shape 27"/>
          <p:cNvSpPr/>
          <p:nvPr/>
        </p:nvSpPr>
        <p:spPr>
          <a:xfrm>
            <a:off x="6035040" y="1463040"/>
            <a:ext cx="2606040" cy="3108960"/>
          </a:xfrm>
          <a:prstGeom prst="roundRect">
            <a:avLst>
              <a:gd name="adj" fmla="val 3509"/>
            </a:avLst>
          </a:prstGeom>
          <a:solidFill>
            <a:srgbClr val="FFFFFF"/>
          </a:solidFill>
          <a:ln w="12700">
            <a:solidFill>
              <a:srgbClr val="C9D6C3"/>
            </a:solidFill>
            <a:prstDash val="solid"/>
          </a:ln>
          <a:effectLst>
            <a:outerShdw blurRad="76200" dist="25400" dir="5400000" algn="bl" rotWithShape="0">
              <a:srgbClr val="000000">
                <a:alpha val="12000"/>
              </a:srgbClr>
            </a:outerShdw>
          </a:effectLst>
        </p:spPr>
        <p:txBody>
          <a:bodyPr/>
          <a:lstStyle/>
          <a:p>
            <a:endParaRPr lang="ko-KR" altLang="en-US"/>
          </a:p>
        </p:txBody>
      </p:sp>
      <p:sp>
        <p:nvSpPr>
          <p:cNvPr id="30" name="Shape 28"/>
          <p:cNvSpPr/>
          <p:nvPr/>
        </p:nvSpPr>
        <p:spPr>
          <a:xfrm>
            <a:off x="6217920" y="1645920"/>
            <a:ext cx="502920" cy="502920"/>
          </a:xfrm>
          <a:prstGeom prst="ellipse">
            <a:avLst/>
          </a:prstGeom>
          <a:solidFill>
            <a:srgbClr val="E8962E"/>
          </a:solidFill>
          <a:ln/>
        </p:spPr>
        <p:txBody>
          <a:bodyPr/>
          <a:lstStyle/>
          <a:p>
            <a:endParaRPr lang="ko-KR" altLang="en-US"/>
          </a:p>
        </p:txBody>
      </p:sp>
      <p:sp>
        <p:nvSpPr>
          <p:cNvPr id="31" name="Text 29"/>
          <p:cNvSpPr txBox="1"/>
          <p:nvPr/>
        </p:nvSpPr>
        <p:spPr>
          <a:xfrm>
            <a:off x="6217920" y="164592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맑은 고딕" pitchFamily="34" charset="0"/>
                <a:ea typeface="맑은 고딕" pitchFamily="34" charset="-122"/>
                <a:cs typeface="맑은 고딕" pitchFamily="34" charset="-120"/>
              </a:rPr>
              <a:t>행</a:t>
            </a:r>
            <a:endParaRPr lang="en-US" sz="1800" dirty="0"/>
          </a:p>
        </p:txBody>
      </p:sp>
      <p:sp>
        <p:nvSpPr>
          <p:cNvPr id="32" name="Text 30"/>
          <p:cNvSpPr txBox="1"/>
          <p:nvPr/>
        </p:nvSpPr>
        <p:spPr>
          <a:xfrm>
            <a:off x="6839712" y="1645920"/>
            <a:ext cx="1691640" cy="228600"/>
          </a:xfrm>
          <a:prstGeom prst="rect">
            <a:avLst/>
          </a:prstGeom>
          <a:noFill/>
          <a:ln/>
        </p:spPr>
        <p:txBody>
          <a:bodyPr wrap="square" lIns="0" tIns="0" rIns="0" bIns="0" rtlCol="0" anchor="ctr"/>
          <a:lstStyle/>
          <a:p>
            <a:pPr marL="0" indent="0">
              <a:buNone/>
            </a:pPr>
            <a:r>
              <a:rPr lang="en-US" sz="1000" b="1" dirty="0">
                <a:solidFill>
                  <a:srgbClr val="E8962E"/>
                </a:solidFill>
                <a:latin typeface="맑은 고딕" pitchFamily="34" charset="0"/>
                <a:ea typeface="맑은 고딕" pitchFamily="34" charset="-122"/>
                <a:cs typeface="맑은 고딕" pitchFamily="34" charset="-120"/>
              </a:rPr>
              <a:t>지나가는 시민</a:t>
            </a:r>
            <a:endParaRPr lang="en-US" sz="1000" dirty="0"/>
          </a:p>
        </p:txBody>
      </p:sp>
      <p:sp>
        <p:nvSpPr>
          <p:cNvPr id="33" name="Text 31"/>
          <p:cNvSpPr txBox="1"/>
          <p:nvPr/>
        </p:nvSpPr>
        <p:spPr>
          <a:xfrm>
            <a:off x="6839712" y="1874520"/>
            <a:ext cx="1691640" cy="365760"/>
          </a:xfrm>
          <a:prstGeom prst="rect">
            <a:avLst/>
          </a:prstGeom>
          <a:noFill/>
          <a:ln/>
        </p:spPr>
        <p:txBody>
          <a:bodyPr wrap="square" lIns="0" tIns="0" rIns="0" bIns="0" rtlCol="0" anchor="t"/>
          <a:lstStyle/>
          <a:p>
            <a:pPr marL="0" indent="0">
              <a:buNone/>
            </a:pPr>
            <a:r>
              <a:rPr lang="en-US" sz="1150" b="1" dirty="0">
                <a:solidFill>
                  <a:srgbClr val="1E2B22"/>
                </a:solidFill>
                <a:latin typeface="맑은 고딕" pitchFamily="34" charset="0"/>
                <a:ea typeface="맑은 고딕" pitchFamily="34" charset="-122"/>
                <a:cs typeface="맑은 고딕" pitchFamily="34" charset="-120"/>
              </a:rPr>
              <a:t>가로수 앞을 지나는 행인</a:t>
            </a:r>
            <a:endParaRPr lang="en-US" sz="1150" dirty="0"/>
          </a:p>
        </p:txBody>
      </p:sp>
      <p:sp>
        <p:nvSpPr>
          <p:cNvPr id="34" name="Shape 32"/>
          <p:cNvSpPr/>
          <p:nvPr/>
        </p:nvSpPr>
        <p:spPr>
          <a:xfrm>
            <a:off x="6217920" y="2359152"/>
            <a:ext cx="2240280" cy="566928"/>
          </a:xfrm>
          <a:prstGeom prst="rect">
            <a:avLst/>
          </a:prstGeom>
          <a:solidFill>
            <a:srgbClr val="F3F5F2"/>
          </a:solidFill>
          <a:ln/>
        </p:spPr>
        <p:txBody>
          <a:bodyPr/>
          <a:lstStyle/>
          <a:p>
            <a:endParaRPr lang="ko-KR" altLang="en-US"/>
          </a:p>
        </p:txBody>
      </p:sp>
      <p:sp>
        <p:nvSpPr>
          <p:cNvPr id="35" name="Text 33"/>
          <p:cNvSpPr txBox="1"/>
          <p:nvPr/>
        </p:nvSpPr>
        <p:spPr>
          <a:xfrm>
            <a:off x="6309360" y="2359152"/>
            <a:ext cx="2057400" cy="566928"/>
          </a:xfrm>
          <a:prstGeom prst="rect">
            <a:avLst/>
          </a:prstGeom>
          <a:noFill/>
          <a:ln/>
        </p:spPr>
        <p:txBody>
          <a:bodyPr wrap="square" lIns="0" tIns="0" rIns="0" bIns="0" rtlCol="0" anchor="ctr"/>
          <a:lstStyle/>
          <a:p>
            <a:pPr marL="0" indent="0">
              <a:buNone/>
            </a:pPr>
            <a:r>
              <a:rPr lang="en-US" sz="1050" i="1" dirty="0">
                <a:solidFill>
                  <a:srgbClr val="1F4D2B"/>
                </a:solidFill>
                <a:latin typeface="맑은 고딕" pitchFamily="34" charset="0"/>
                <a:ea typeface="맑은 고딕" pitchFamily="34" charset="-122"/>
                <a:cs typeface="맑은 고딕" pitchFamily="34" charset="-120"/>
              </a:rPr>
              <a:t>“이 나무에도 이야기가 있었네?”</a:t>
            </a:r>
            <a:endParaRPr lang="en-US" sz="1050" dirty="0"/>
          </a:p>
        </p:txBody>
      </p:sp>
      <p:sp>
        <p:nvSpPr>
          <p:cNvPr id="36" name="Text 34"/>
          <p:cNvSpPr txBox="1"/>
          <p:nvPr/>
        </p:nvSpPr>
        <p:spPr>
          <a:xfrm>
            <a:off x="6217920" y="3063240"/>
            <a:ext cx="914400" cy="201168"/>
          </a:xfrm>
          <a:prstGeom prst="rect">
            <a:avLst/>
          </a:prstGeom>
          <a:noFill/>
          <a:ln/>
        </p:spPr>
        <p:txBody>
          <a:bodyPr wrap="square" lIns="0" tIns="0" rIns="0" bIns="0" rtlCol="0" anchor="ctr"/>
          <a:lstStyle/>
          <a:p>
            <a:pPr marL="0" indent="0">
              <a:buNone/>
            </a:pPr>
            <a:r>
              <a:rPr lang="en-US" sz="950" b="1" dirty="0">
                <a:solidFill>
                  <a:srgbClr val="5B6B60"/>
                </a:solidFill>
                <a:latin typeface="맑은 고딕" pitchFamily="34" charset="0"/>
                <a:ea typeface="맑은 고딕" pitchFamily="34" charset="-122"/>
                <a:cs typeface="맑은 고딕" pitchFamily="34" charset="-120"/>
              </a:rPr>
              <a:t>불편</a:t>
            </a:r>
            <a:endParaRPr lang="en-US" sz="950" dirty="0"/>
          </a:p>
        </p:txBody>
      </p:sp>
      <p:sp>
        <p:nvSpPr>
          <p:cNvPr id="37" name="Text 35"/>
          <p:cNvSpPr txBox="1"/>
          <p:nvPr/>
        </p:nvSpPr>
        <p:spPr>
          <a:xfrm>
            <a:off x="6217920" y="3273552"/>
            <a:ext cx="2240280" cy="566928"/>
          </a:xfrm>
          <a:prstGeom prst="rect">
            <a:avLst/>
          </a:prstGeom>
          <a:noFill/>
          <a:ln/>
        </p:spPr>
        <p:txBody>
          <a:bodyPr wrap="square" lIns="0" tIns="0" rIns="0" bIns="0" rtlCol="0" anchor="t"/>
          <a:lstStyle/>
          <a:p>
            <a:pPr marL="0" indent="0">
              <a:buNone/>
            </a:pPr>
            <a:r>
              <a:rPr lang="en-US" sz="1000" dirty="0">
                <a:solidFill>
                  <a:srgbClr val="1E2B22"/>
                </a:solidFill>
                <a:latin typeface="맑은 고딕" pitchFamily="34" charset="0"/>
                <a:ea typeface="맑은 고딕" pitchFamily="34" charset="-122"/>
                <a:cs typeface="맑은 고딕" pitchFamily="34" charset="-120"/>
              </a:rPr>
              <a:t>트리맵으로 기본 정보는 보지만, 나무 앞에서 그 나무의 이야기는 못 봄</a:t>
            </a:r>
            <a:endParaRPr lang="en-US" sz="1000" dirty="0"/>
          </a:p>
        </p:txBody>
      </p:sp>
      <p:sp>
        <p:nvSpPr>
          <p:cNvPr id="38" name="Text 36"/>
          <p:cNvSpPr txBox="1"/>
          <p:nvPr/>
        </p:nvSpPr>
        <p:spPr>
          <a:xfrm>
            <a:off x="6217920" y="3840480"/>
            <a:ext cx="1097280" cy="201168"/>
          </a:xfrm>
          <a:prstGeom prst="rect">
            <a:avLst/>
          </a:prstGeom>
          <a:noFill/>
          <a:ln/>
        </p:spPr>
        <p:txBody>
          <a:bodyPr wrap="square" lIns="0" tIns="0" rIns="0" bIns="0" rtlCol="0" anchor="ctr"/>
          <a:lstStyle/>
          <a:p>
            <a:pPr marL="0" indent="0">
              <a:buNone/>
            </a:pPr>
            <a:r>
              <a:rPr lang="en-US" sz="950" b="1" dirty="0">
                <a:solidFill>
                  <a:srgbClr val="5B6B60"/>
                </a:solidFill>
                <a:latin typeface="맑은 고딕" pitchFamily="34" charset="0"/>
                <a:ea typeface="맑은 고딕" pitchFamily="34" charset="-122"/>
                <a:cs typeface="맑은 고딕" pitchFamily="34" charset="-120"/>
              </a:rPr>
              <a:t>원하는 것</a:t>
            </a:r>
            <a:endParaRPr lang="en-US" sz="950" dirty="0"/>
          </a:p>
        </p:txBody>
      </p:sp>
      <p:sp>
        <p:nvSpPr>
          <p:cNvPr id="39" name="Text 37"/>
          <p:cNvSpPr txBox="1"/>
          <p:nvPr/>
        </p:nvSpPr>
        <p:spPr>
          <a:xfrm>
            <a:off x="6217920" y="4050792"/>
            <a:ext cx="2240280" cy="457200"/>
          </a:xfrm>
          <a:prstGeom prst="rect">
            <a:avLst/>
          </a:prstGeom>
          <a:noFill/>
          <a:ln/>
        </p:spPr>
        <p:txBody>
          <a:bodyPr wrap="square" lIns="0" tIns="0" rIns="0" bIns="0" rtlCol="0" anchor="t"/>
          <a:lstStyle/>
          <a:p>
            <a:pPr marL="0" indent="0">
              <a:buNone/>
            </a:pPr>
            <a:r>
              <a:rPr lang="en-US" sz="1000" dirty="0">
                <a:solidFill>
                  <a:srgbClr val="1E2B22"/>
                </a:solidFill>
                <a:latin typeface="맑은 고딕" pitchFamily="34" charset="0"/>
                <a:ea typeface="맑은 고딕" pitchFamily="34" charset="-122"/>
                <a:cs typeface="맑은 고딕" pitchFamily="34" charset="-120"/>
              </a:rPr>
              <a:t>로그인 없이 QR로 이야기 읽기, 바로 기록·신고</a:t>
            </a:r>
            <a:endParaRPr lang="en-US" sz="1000" dirty="0"/>
          </a:p>
        </p:txBody>
      </p:sp>
      <p:sp>
        <p:nvSpPr>
          <p:cNvPr id="40" name="Text 38"/>
          <p:cNvSpPr txBox="1"/>
          <p:nvPr/>
        </p:nvSpPr>
        <p:spPr>
          <a:xfrm>
            <a:off x="457200" y="4663440"/>
            <a:ext cx="3657600" cy="201168"/>
          </a:xfrm>
          <a:prstGeom prst="rect">
            <a:avLst/>
          </a:prstGeom>
          <a:noFill/>
          <a:ln/>
        </p:spPr>
        <p:txBody>
          <a:bodyPr wrap="square" lIns="0" tIns="0" rIns="0" bIns="0" rtlCol="0" anchor="ctr"/>
          <a:lstStyle/>
          <a:p>
            <a:pPr marL="0" indent="0">
              <a:buNone/>
            </a:pPr>
            <a:r>
              <a:rPr lang="en-US" sz="800" dirty="0">
                <a:solidFill>
                  <a:srgbClr val="5B6B60"/>
                </a:solidFill>
                <a:latin typeface="맑은 고딕" pitchFamily="34" charset="0"/>
                <a:ea typeface="맑은 고딕" pitchFamily="34" charset="-122"/>
                <a:cs typeface="맑은 고딕" pitchFamily="34" charset="-120"/>
              </a:rPr>
              <a:t>※ 인물은 설명용 가명 페르소나</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47472"/>
            <a:ext cx="310896" cy="310896"/>
          </a:xfrm>
          <a:prstGeom prst="ellipse">
            <a:avLst/>
          </a:prstGeom>
          <a:solidFill>
            <a:srgbClr val="1F4D2B"/>
          </a:solidFill>
          <a:ln/>
        </p:spPr>
        <p:txBody>
          <a:bodyPr/>
          <a:lstStyle/>
          <a:p>
            <a:endParaRPr lang="ko-KR" altLang="en-US"/>
          </a:p>
        </p:txBody>
      </p:sp>
      <p:sp>
        <p:nvSpPr>
          <p:cNvPr id="3" name="Text 1"/>
          <p:cNvSpPr txBox="1"/>
          <p:nvPr/>
        </p:nvSpPr>
        <p:spPr>
          <a:xfrm>
            <a:off x="457200" y="347472"/>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4</a:t>
            </a:r>
            <a:endParaRPr lang="en-US" sz="1200" dirty="0"/>
          </a:p>
        </p:txBody>
      </p:sp>
      <p:sp>
        <p:nvSpPr>
          <p:cNvPr id="4" name="Text 2"/>
          <p:cNvSpPr txBox="1"/>
          <p:nvPr/>
        </p:nvSpPr>
        <p:spPr>
          <a:xfrm>
            <a:off x="868680" y="347472"/>
            <a:ext cx="2743200" cy="310896"/>
          </a:xfrm>
          <a:prstGeom prst="rect">
            <a:avLst/>
          </a:prstGeom>
          <a:noFill/>
          <a:ln/>
        </p:spPr>
        <p:txBody>
          <a:bodyPr wrap="square" lIns="0" tIns="0" rIns="0" bIns="0" rtlCol="0" anchor="ctr"/>
          <a:lstStyle/>
          <a:p>
            <a:pPr marL="0" indent="0">
              <a:buNone/>
            </a:pPr>
            <a:r>
              <a:rPr lang="en-US" sz="1200" b="1" dirty="0">
                <a:solidFill>
                  <a:srgbClr val="6FA35A"/>
                </a:solidFill>
                <a:latin typeface="맑은 고딕" pitchFamily="34" charset="0"/>
                <a:ea typeface="맑은 고딕" pitchFamily="34" charset="-122"/>
                <a:cs typeface="맑은 고딕" pitchFamily="34" charset="-120"/>
              </a:rPr>
              <a:t>솔루션</a:t>
            </a:r>
            <a:endParaRPr lang="en-US" sz="1200" dirty="0"/>
          </a:p>
        </p:txBody>
      </p:sp>
      <p:sp>
        <p:nvSpPr>
          <p:cNvPr id="5" name="Text 3"/>
          <p:cNvSpPr txBox="1"/>
          <p:nvPr/>
        </p:nvSpPr>
        <p:spPr>
          <a:xfrm>
            <a:off x="457200" y="749808"/>
            <a:ext cx="8229600" cy="548640"/>
          </a:xfrm>
          <a:prstGeom prst="rect">
            <a:avLst/>
          </a:prstGeom>
          <a:noFill/>
          <a:ln/>
        </p:spPr>
        <p:txBody>
          <a:bodyPr wrap="square" lIns="0" tIns="0" rIns="0" bIns="0" rtlCol="0" anchor="ctr"/>
          <a:lstStyle/>
          <a:p>
            <a:pPr marL="0" indent="0">
              <a:buNone/>
            </a:pPr>
            <a:r>
              <a:rPr lang="en-US" sz="2400" b="1" dirty="0">
                <a:solidFill>
                  <a:srgbClr val="1F4D2B"/>
                </a:solidFill>
                <a:latin typeface="맑은 고딕" pitchFamily="34" charset="0"/>
                <a:ea typeface="맑은 고딕" pitchFamily="34" charset="-122"/>
                <a:cs typeface="맑은 고딕" pitchFamily="34" charset="-120"/>
              </a:rPr>
              <a:t>시민의 기록이 구청 조치가 되어 다시 시민에게 돌아온다</a:t>
            </a:r>
            <a:endParaRPr lang="en-US" sz="2400" dirty="0"/>
          </a:p>
        </p:txBody>
      </p:sp>
      <p:sp>
        <p:nvSpPr>
          <p:cNvPr id="6" name="Text 4"/>
          <p:cNvSpPr txBox="1"/>
          <p:nvPr/>
        </p:nvSpPr>
        <p:spPr>
          <a:xfrm>
            <a:off x="5943600" y="4800600"/>
            <a:ext cx="2743200" cy="201168"/>
          </a:xfrm>
          <a:prstGeom prst="rect">
            <a:avLst/>
          </a:prstGeom>
          <a:noFill/>
          <a:ln/>
        </p:spPr>
        <p:txBody>
          <a:bodyPr wrap="square" lIns="0" tIns="0" rIns="0" bIns="0" rtlCol="0" anchor="ctr"/>
          <a:lstStyle/>
          <a:p>
            <a:pPr marL="0" indent="0" algn="r">
              <a:buNone/>
            </a:pPr>
            <a:r>
              <a:rPr lang="en-US" sz="800" dirty="0">
                <a:solidFill>
                  <a:srgbClr val="5B6B60"/>
                </a:solidFill>
                <a:latin typeface="맑은 고딕" pitchFamily="34" charset="0"/>
                <a:ea typeface="맑은 고딕" pitchFamily="34" charset="-122"/>
                <a:cs typeface="맑은 고딕" pitchFamily="34" charset="-120"/>
              </a:rPr>
              <a:t>서울 TreeMate  |  4 / 10</a:t>
            </a:r>
            <a:endParaRPr lang="en-US" sz="800" dirty="0"/>
          </a:p>
        </p:txBody>
      </p:sp>
      <p:sp>
        <p:nvSpPr>
          <p:cNvPr id="7" name="Shape 5"/>
          <p:cNvSpPr/>
          <p:nvPr/>
        </p:nvSpPr>
        <p:spPr>
          <a:xfrm>
            <a:off x="1508760" y="1828800"/>
            <a:ext cx="2468880" cy="2468880"/>
          </a:xfrm>
          <a:prstGeom prst="ellipse">
            <a:avLst/>
          </a:prstGeom>
          <a:solidFill>
            <a:srgbClr val="FFFFFF"/>
          </a:solidFill>
          <a:ln w="127000">
            <a:solidFill>
              <a:srgbClr val="D5E8CB"/>
            </a:solidFill>
            <a:prstDash val="solid"/>
          </a:ln>
        </p:spPr>
        <p:txBody>
          <a:bodyPr/>
          <a:lstStyle/>
          <a:p>
            <a:endParaRPr lang="ko-KR" altLang="en-US"/>
          </a:p>
        </p:txBody>
      </p:sp>
      <p:sp>
        <p:nvSpPr>
          <p:cNvPr id="8" name="Text 6"/>
          <p:cNvSpPr txBox="1"/>
          <p:nvPr/>
        </p:nvSpPr>
        <p:spPr>
          <a:xfrm>
            <a:off x="2103120" y="2697480"/>
            <a:ext cx="1280160" cy="731520"/>
          </a:xfrm>
          <a:prstGeom prst="rect">
            <a:avLst/>
          </a:prstGeom>
          <a:noFill/>
          <a:ln/>
        </p:spPr>
        <p:txBody>
          <a:bodyPr wrap="square" lIns="0" tIns="0" rIns="0" bIns="0" rtlCol="0" anchor="ctr"/>
          <a:lstStyle/>
          <a:p>
            <a:pPr marL="0" indent="0" algn="ctr">
              <a:buNone/>
            </a:pPr>
            <a:r>
              <a:rPr lang="en-US" sz="1400" b="1" dirty="0">
                <a:solidFill>
                  <a:srgbClr val="1F4D2B"/>
                </a:solidFill>
                <a:latin typeface="맑은 고딕" pitchFamily="34" charset="0"/>
                <a:ea typeface="맑은 고딕" pitchFamily="34" charset="-122"/>
                <a:cs typeface="맑은 고딕" pitchFamily="34" charset="-120"/>
              </a:rPr>
              <a:t>한 바퀴</a:t>
            </a:r>
            <a:endParaRPr lang="en-US" sz="1400" dirty="0"/>
          </a:p>
          <a:p>
            <a:pPr marL="0" indent="0" algn="ctr">
              <a:buNone/>
            </a:pPr>
            <a:r>
              <a:rPr lang="en-US" sz="1400" b="1" dirty="0">
                <a:solidFill>
                  <a:srgbClr val="1F4D2B"/>
                </a:solidFill>
                <a:latin typeface="맑은 고딕" pitchFamily="34" charset="0"/>
                <a:ea typeface="맑은 고딕" pitchFamily="34" charset="-122"/>
                <a:cs typeface="맑은 고딕" pitchFamily="34" charset="-120"/>
              </a:rPr>
              <a:t>순환</a:t>
            </a:r>
            <a:endParaRPr lang="en-US" sz="1400" dirty="0"/>
          </a:p>
        </p:txBody>
      </p:sp>
      <p:sp>
        <p:nvSpPr>
          <p:cNvPr id="9" name="Shape 7"/>
          <p:cNvSpPr/>
          <p:nvPr/>
        </p:nvSpPr>
        <p:spPr>
          <a:xfrm>
            <a:off x="1943100" y="1472184"/>
            <a:ext cx="1600200" cy="713232"/>
          </a:xfrm>
          <a:prstGeom prst="roundRect">
            <a:avLst>
              <a:gd name="adj" fmla="val 12821"/>
            </a:avLst>
          </a:prstGeom>
          <a:solidFill>
            <a:srgbClr val="6FA35A"/>
          </a:solidFill>
          <a:ln/>
          <a:effectLst>
            <a:outerShdw blurRad="76200" dist="25400" dir="5400000" algn="bl" rotWithShape="0">
              <a:srgbClr val="000000">
                <a:alpha val="12000"/>
              </a:srgbClr>
            </a:outerShdw>
          </a:effectLst>
        </p:spPr>
        <p:txBody>
          <a:bodyPr/>
          <a:lstStyle/>
          <a:p>
            <a:endParaRPr lang="ko-KR" altLang="en-US"/>
          </a:p>
        </p:txBody>
      </p:sp>
      <p:sp>
        <p:nvSpPr>
          <p:cNvPr id="10" name="Text 8"/>
          <p:cNvSpPr txBox="1"/>
          <p:nvPr/>
        </p:nvSpPr>
        <p:spPr>
          <a:xfrm>
            <a:off x="1943100" y="1527048"/>
            <a:ext cx="1600200"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① 시민 기록</a:t>
            </a:r>
            <a:endParaRPr lang="en-US" sz="1200" dirty="0"/>
          </a:p>
        </p:txBody>
      </p:sp>
      <p:sp>
        <p:nvSpPr>
          <p:cNvPr id="11" name="Text 9"/>
          <p:cNvSpPr txBox="1"/>
          <p:nvPr/>
        </p:nvSpPr>
        <p:spPr>
          <a:xfrm>
            <a:off x="1943100" y="1783080"/>
            <a:ext cx="1600200" cy="365760"/>
          </a:xfrm>
          <a:prstGeom prst="rect">
            <a:avLst/>
          </a:prstGeom>
          <a:noFill/>
          <a:ln/>
        </p:spPr>
        <p:txBody>
          <a:bodyPr wrap="square" lIns="0" tIns="0" rIns="0" bIns="0" rtlCol="0" anchor="t"/>
          <a:lstStyle/>
          <a:p>
            <a:pPr marL="0" indent="0" algn="ctr">
              <a:buNone/>
            </a:pPr>
            <a:r>
              <a:rPr lang="en-US" sz="850" dirty="0">
                <a:solidFill>
                  <a:srgbClr val="FFFFFF"/>
                </a:solidFill>
                <a:latin typeface="맑은 고딕" pitchFamily="34" charset="0"/>
                <a:ea typeface="맑은 고딕" pitchFamily="34" charset="-122"/>
                <a:cs typeface="맑은 고딕" pitchFamily="34" charset="-120"/>
              </a:rPr>
              <a:t>물주기·관찰·이상 신고</a:t>
            </a:r>
            <a:endParaRPr lang="en-US" sz="850" dirty="0"/>
          </a:p>
        </p:txBody>
      </p:sp>
      <p:sp>
        <p:nvSpPr>
          <p:cNvPr id="12" name="Shape 10"/>
          <p:cNvSpPr/>
          <p:nvPr/>
        </p:nvSpPr>
        <p:spPr>
          <a:xfrm>
            <a:off x="3177540" y="2706624"/>
            <a:ext cx="1600200" cy="713232"/>
          </a:xfrm>
          <a:prstGeom prst="roundRect">
            <a:avLst>
              <a:gd name="adj" fmla="val 12821"/>
            </a:avLst>
          </a:prstGeom>
          <a:solidFill>
            <a:srgbClr val="6FA35A"/>
          </a:solidFill>
          <a:ln/>
          <a:effectLst>
            <a:outerShdw blurRad="76200" dist="25400" dir="5400000" algn="bl" rotWithShape="0">
              <a:srgbClr val="000000">
                <a:alpha val="12000"/>
              </a:srgbClr>
            </a:outerShdw>
          </a:effectLst>
        </p:spPr>
        <p:txBody>
          <a:bodyPr/>
          <a:lstStyle/>
          <a:p>
            <a:endParaRPr lang="ko-KR" altLang="en-US"/>
          </a:p>
        </p:txBody>
      </p:sp>
      <p:sp>
        <p:nvSpPr>
          <p:cNvPr id="13" name="Text 11"/>
          <p:cNvSpPr txBox="1"/>
          <p:nvPr/>
        </p:nvSpPr>
        <p:spPr>
          <a:xfrm>
            <a:off x="3177540" y="2761488"/>
            <a:ext cx="1600200"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② 나무 상태</a:t>
            </a:r>
            <a:endParaRPr lang="en-US" sz="1200" dirty="0"/>
          </a:p>
        </p:txBody>
      </p:sp>
      <p:sp>
        <p:nvSpPr>
          <p:cNvPr id="14" name="Text 12"/>
          <p:cNvSpPr txBox="1"/>
          <p:nvPr/>
        </p:nvSpPr>
        <p:spPr>
          <a:xfrm>
            <a:off x="3177540" y="3017520"/>
            <a:ext cx="1600200" cy="365760"/>
          </a:xfrm>
          <a:prstGeom prst="rect">
            <a:avLst/>
          </a:prstGeom>
          <a:noFill/>
          <a:ln/>
        </p:spPr>
        <p:txBody>
          <a:bodyPr wrap="square" lIns="0" tIns="0" rIns="0" bIns="0" rtlCol="0" anchor="t"/>
          <a:lstStyle/>
          <a:p>
            <a:pPr marL="0" indent="0" algn="ctr">
              <a:buNone/>
            </a:pPr>
            <a:r>
              <a:rPr lang="en-US" sz="850" dirty="0">
                <a:solidFill>
                  <a:srgbClr val="FFFFFF"/>
                </a:solidFill>
                <a:latin typeface="맑은 고딕" pitchFamily="34" charset="0"/>
                <a:ea typeface="맑은 고딕" pitchFamily="34" charset="-122"/>
                <a:cs typeface="맑은 고딕" pitchFamily="34" charset="-120"/>
              </a:rPr>
              <a:t>기상 데이터 + 기록</a:t>
            </a:r>
            <a:endParaRPr lang="en-US" sz="850" dirty="0"/>
          </a:p>
          <a:p>
            <a:pPr marL="0" indent="0" algn="ctr">
              <a:buNone/>
            </a:pPr>
            <a:r>
              <a:rPr lang="en-US" sz="850" dirty="0">
                <a:solidFill>
                  <a:srgbClr val="FFFFFF"/>
                </a:solidFill>
                <a:latin typeface="맑은 고딕" pitchFamily="34" charset="0"/>
                <a:ea typeface="맑은 고딕" pitchFamily="34" charset="-122"/>
                <a:cs typeface="맑은 고딕" pitchFamily="34" charset="-120"/>
              </a:rPr>
              <a:t>→ 물 필요도·건강</a:t>
            </a:r>
            <a:endParaRPr lang="en-US" sz="850" dirty="0"/>
          </a:p>
        </p:txBody>
      </p:sp>
      <p:sp>
        <p:nvSpPr>
          <p:cNvPr id="15" name="Shape 13"/>
          <p:cNvSpPr/>
          <p:nvPr/>
        </p:nvSpPr>
        <p:spPr>
          <a:xfrm>
            <a:off x="1943100" y="3941064"/>
            <a:ext cx="1600200" cy="713232"/>
          </a:xfrm>
          <a:prstGeom prst="roundRect">
            <a:avLst>
              <a:gd name="adj" fmla="val 12821"/>
            </a:avLst>
          </a:prstGeom>
          <a:solidFill>
            <a:srgbClr val="1F4D2B"/>
          </a:solidFill>
          <a:ln/>
          <a:effectLst>
            <a:outerShdw blurRad="76200" dist="25400" dir="5400000" algn="bl" rotWithShape="0">
              <a:srgbClr val="000000">
                <a:alpha val="12000"/>
              </a:srgbClr>
            </a:outerShdw>
          </a:effectLst>
        </p:spPr>
        <p:txBody>
          <a:bodyPr/>
          <a:lstStyle/>
          <a:p>
            <a:endParaRPr lang="ko-KR" altLang="en-US"/>
          </a:p>
        </p:txBody>
      </p:sp>
      <p:sp>
        <p:nvSpPr>
          <p:cNvPr id="16" name="Text 14"/>
          <p:cNvSpPr txBox="1"/>
          <p:nvPr/>
        </p:nvSpPr>
        <p:spPr>
          <a:xfrm>
            <a:off x="1943100" y="3995928"/>
            <a:ext cx="1600200"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③ 구청 조치</a:t>
            </a:r>
            <a:endParaRPr lang="en-US" sz="1200" dirty="0"/>
          </a:p>
        </p:txBody>
      </p:sp>
      <p:sp>
        <p:nvSpPr>
          <p:cNvPr id="17" name="Text 15"/>
          <p:cNvSpPr txBox="1"/>
          <p:nvPr/>
        </p:nvSpPr>
        <p:spPr>
          <a:xfrm>
            <a:off x="1943100" y="4251960"/>
            <a:ext cx="1600200" cy="365760"/>
          </a:xfrm>
          <a:prstGeom prst="rect">
            <a:avLst/>
          </a:prstGeom>
          <a:noFill/>
          <a:ln/>
        </p:spPr>
        <p:txBody>
          <a:bodyPr wrap="square" lIns="0" tIns="0" rIns="0" bIns="0" rtlCol="0" anchor="t"/>
          <a:lstStyle/>
          <a:p>
            <a:pPr marL="0" indent="0" algn="ctr">
              <a:buNone/>
            </a:pPr>
            <a:r>
              <a:rPr lang="en-US" sz="850" dirty="0">
                <a:solidFill>
                  <a:srgbClr val="FFFFFF"/>
                </a:solidFill>
                <a:latin typeface="맑은 고딕" pitchFamily="34" charset="0"/>
                <a:ea typeface="맑은 고딕" pitchFamily="34" charset="-122"/>
                <a:cs typeface="맑은 고딕" pitchFamily="34" charset="-120"/>
              </a:rPr>
              <a:t>대시보드 신고 큐</a:t>
            </a:r>
            <a:endParaRPr lang="en-US" sz="850" dirty="0"/>
          </a:p>
          <a:p>
            <a:pPr marL="0" indent="0" algn="ctr">
              <a:buNone/>
            </a:pPr>
            <a:r>
              <a:rPr lang="en-US" sz="850" dirty="0">
                <a:solidFill>
                  <a:srgbClr val="FFFFFF"/>
                </a:solidFill>
                <a:latin typeface="맑은 고딕" pitchFamily="34" charset="0"/>
                <a:ea typeface="맑은 고딕" pitchFamily="34" charset="-122"/>
                <a:cs typeface="맑은 고딕" pitchFamily="34" charset="-120"/>
              </a:rPr>
              <a:t>→ 현장 확인·조치</a:t>
            </a:r>
            <a:endParaRPr lang="en-US" sz="850" dirty="0"/>
          </a:p>
        </p:txBody>
      </p:sp>
      <p:sp>
        <p:nvSpPr>
          <p:cNvPr id="18" name="Shape 16"/>
          <p:cNvSpPr/>
          <p:nvPr/>
        </p:nvSpPr>
        <p:spPr>
          <a:xfrm>
            <a:off x="708660" y="2706624"/>
            <a:ext cx="1600200" cy="713232"/>
          </a:xfrm>
          <a:prstGeom prst="roundRect">
            <a:avLst>
              <a:gd name="adj" fmla="val 12821"/>
            </a:avLst>
          </a:prstGeom>
          <a:solidFill>
            <a:srgbClr val="E8962E"/>
          </a:solidFill>
          <a:ln/>
          <a:effectLst>
            <a:outerShdw blurRad="76200" dist="25400" dir="5400000" algn="bl" rotWithShape="0">
              <a:srgbClr val="000000">
                <a:alpha val="12000"/>
              </a:srgbClr>
            </a:outerShdw>
          </a:effectLst>
        </p:spPr>
        <p:txBody>
          <a:bodyPr/>
          <a:lstStyle/>
          <a:p>
            <a:endParaRPr lang="ko-KR" altLang="en-US"/>
          </a:p>
        </p:txBody>
      </p:sp>
      <p:sp>
        <p:nvSpPr>
          <p:cNvPr id="19" name="Text 17"/>
          <p:cNvSpPr txBox="1"/>
          <p:nvPr/>
        </p:nvSpPr>
        <p:spPr>
          <a:xfrm>
            <a:off x="708660" y="2761488"/>
            <a:ext cx="1600200"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④ 시민 피드백</a:t>
            </a:r>
            <a:endParaRPr lang="en-US" sz="1200" dirty="0"/>
          </a:p>
        </p:txBody>
      </p:sp>
      <p:sp>
        <p:nvSpPr>
          <p:cNvPr id="20" name="Text 18"/>
          <p:cNvSpPr txBox="1"/>
          <p:nvPr/>
        </p:nvSpPr>
        <p:spPr>
          <a:xfrm>
            <a:off x="708660" y="3017520"/>
            <a:ext cx="1600200" cy="365760"/>
          </a:xfrm>
          <a:prstGeom prst="rect">
            <a:avLst/>
          </a:prstGeom>
          <a:noFill/>
          <a:ln/>
        </p:spPr>
        <p:txBody>
          <a:bodyPr wrap="square" lIns="0" tIns="0" rIns="0" bIns="0" rtlCol="0" anchor="t"/>
          <a:lstStyle/>
          <a:p>
            <a:pPr marL="0" indent="0" algn="ctr">
              <a:buNone/>
            </a:pPr>
            <a:r>
              <a:rPr lang="en-US" sz="850" dirty="0">
                <a:solidFill>
                  <a:srgbClr val="FFFFFF"/>
                </a:solidFill>
                <a:latin typeface="맑은 고딕" pitchFamily="34" charset="0"/>
                <a:ea typeface="맑은 고딕" pitchFamily="34" charset="-122"/>
                <a:cs typeface="맑은 고딕" pitchFamily="34" charset="-120"/>
              </a:rPr>
              <a:t>조치 완료 알림</a:t>
            </a:r>
            <a:endParaRPr lang="en-US" sz="850" dirty="0"/>
          </a:p>
          <a:p>
            <a:pPr marL="0" indent="0" algn="ctr">
              <a:buNone/>
            </a:pPr>
            <a:r>
              <a:rPr lang="en-US" sz="850" dirty="0">
                <a:solidFill>
                  <a:srgbClr val="FFFFFF"/>
                </a:solidFill>
                <a:latin typeface="맑은 고딕" pitchFamily="34" charset="0"/>
                <a:ea typeface="맑은 고딕" pitchFamily="34" charset="-122"/>
                <a:cs typeface="맑은 고딕" pitchFamily="34" charset="-120"/>
              </a:rPr>
              <a:t>+ 디지털 나이테</a:t>
            </a:r>
            <a:endParaRPr lang="en-US" sz="850" dirty="0"/>
          </a:p>
        </p:txBody>
      </p:sp>
      <p:sp>
        <p:nvSpPr>
          <p:cNvPr id="21" name="Shape 19"/>
          <p:cNvSpPr/>
          <p:nvPr/>
        </p:nvSpPr>
        <p:spPr>
          <a:xfrm>
            <a:off x="5074920" y="1463040"/>
            <a:ext cx="3611880" cy="1417320"/>
          </a:xfrm>
          <a:prstGeom prst="roundRect">
            <a:avLst>
              <a:gd name="adj" fmla="val 5161"/>
            </a:avLst>
          </a:prstGeom>
          <a:solidFill>
            <a:srgbClr val="EAF3E4"/>
          </a:solidFill>
          <a:ln/>
        </p:spPr>
        <p:txBody>
          <a:bodyPr/>
          <a:lstStyle/>
          <a:p>
            <a:endParaRPr lang="ko-KR" altLang="en-US"/>
          </a:p>
        </p:txBody>
      </p:sp>
      <p:sp>
        <p:nvSpPr>
          <p:cNvPr id="22" name="Text 20"/>
          <p:cNvSpPr txBox="1"/>
          <p:nvPr/>
        </p:nvSpPr>
        <p:spPr>
          <a:xfrm>
            <a:off x="5303520" y="1600200"/>
            <a:ext cx="3154680" cy="292608"/>
          </a:xfrm>
          <a:prstGeom prst="rect">
            <a:avLst/>
          </a:prstGeom>
          <a:noFill/>
          <a:ln/>
        </p:spPr>
        <p:txBody>
          <a:bodyPr wrap="square" lIns="0" tIns="0" rIns="0" bIns="0" rtlCol="0" anchor="ctr"/>
          <a:lstStyle/>
          <a:p>
            <a:pPr marL="0" indent="0">
              <a:buNone/>
            </a:pPr>
            <a:r>
              <a:rPr lang="en-US" sz="1400" b="1" dirty="0">
                <a:solidFill>
                  <a:srgbClr val="6FA35A"/>
                </a:solidFill>
                <a:latin typeface="맑은 고딕" pitchFamily="34" charset="0"/>
                <a:ea typeface="맑은 고딕" pitchFamily="34" charset="-122"/>
                <a:cs typeface="맑은 고딕" pitchFamily="34" charset="-120"/>
              </a:rPr>
              <a:t>시민용 모바일 웹</a:t>
            </a:r>
            <a:endParaRPr lang="en-US" sz="1400" dirty="0"/>
          </a:p>
        </p:txBody>
      </p:sp>
      <p:sp>
        <p:nvSpPr>
          <p:cNvPr id="23" name="Text 21"/>
          <p:cNvSpPr txBox="1"/>
          <p:nvPr/>
        </p:nvSpPr>
        <p:spPr>
          <a:xfrm>
            <a:off x="5303520" y="1938528"/>
            <a:ext cx="3200400" cy="868680"/>
          </a:xfrm>
          <a:prstGeom prst="rect">
            <a:avLst/>
          </a:prstGeom>
          <a:noFill/>
          <a:ln/>
        </p:spPr>
        <p:txBody>
          <a:bodyPr wrap="square" lIns="0" tIns="0" rIns="0" bIns="0" rtlCol="0" anchor="ctr"/>
          <a:lstStyle/>
          <a:p>
            <a:pPr marL="164592" indent="-164592">
              <a:spcAft>
                <a:spcPts val="853"/>
              </a:spcAft>
              <a:buSzPct val="100000"/>
              <a:buChar char="•"/>
            </a:pPr>
            <a:r>
              <a:rPr lang="en-US" sz="1100" dirty="0">
                <a:solidFill>
                  <a:srgbClr val="1E2B22"/>
                </a:solidFill>
                <a:latin typeface="맑은 고딕" pitchFamily="34" charset="0"/>
                <a:ea typeface="맑은 고딕" pitchFamily="34" charset="-122"/>
                <a:cs typeface="맑은 고딕" pitchFamily="34" charset="-120"/>
              </a:rPr>
              <a:t>나무 지도 · QR 이야기 페이지</a:t>
            </a:r>
            <a:endParaRPr lang="en-US" sz="1100" dirty="0"/>
          </a:p>
          <a:p>
            <a:pPr marL="164592" indent="-164592">
              <a:spcAft>
                <a:spcPts val="853"/>
              </a:spcAft>
              <a:buSzPct val="100000"/>
              <a:buChar char="•"/>
            </a:pPr>
            <a:r>
              <a:rPr lang="en-US" sz="1100" dirty="0">
                <a:solidFill>
                  <a:srgbClr val="1E2B22"/>
                </a:solidFill>
                <a:latin typeface="맑은 고딕" pitchFamily="34" charset="0"/>
                <a:ea typeface="맑은 고딕" pitchFamily="34" charset="-122"/>
                <a:cs typeface="맑은 고딕" pitchFamily="34" charset="-120"/>
              </a:rPr>
              <a:t>기록 3종 (물주기·관찰·신고)</a:t>
            </a:r>
            <a:endParaRPr lang="en-US" sz="1100" dirty="0"/>
          </a:p>
          <a:p>
            <a:pPr marL="164592" indent="-164592">
              <a:spcAft>
                <a:spcPts val="0"/>
              </a:spcAft>
              <a:buSzPct val="100000"/>
              <a:buChar char="•"/>
            </a:pPr>
            <a:r>
              <a:rPr lang="en-US" sz="1100" dirty="0">
                <a:solidFill>
                  <a:srgbClr val="1E2B22"/>
                </a:solidFill>
                <a:latin typeface="맑은 고딕" pitchFamily="34" charset="0"/>
                <a:ea typeface="맑은 고딕" pitchFamily="34" charset="-122"/>
                <a:cs typeface="맑은 고딕" pitchFamily="34" charset="-120"/>
              </a:rPr>
              <a:t>입양 → 이야기 입히기 → 디지털 나이테</a:t>
            </a:r>
            <a:endParaRPr lang="en-US" sz="1100" dirty="0"/>
          </a:p>
        </p:txBody>
      </p:sp>
      <p:sp>
        <p:nvSpPr>
          <p:cNvPr id="24" name="Shape 22"/>
          <p:cNvSpPr/>
          <p:nvPr/>
        </p:nvSpPr>
        <p:spPr>
          <a:xfrm>
            <a:off x="5074920" y="3063240"/>
            <a:ext cx="3611880" cy="1417320"/>
          </a:xfrm>
          <a:prstGeom prst="roundRect">
            <a:avLst>
              <a:gd name="adj" fmla="val 5161"/>
            </a:avLst>
          </a:prstGeom>
          <a:solidFill>
            <a:srgbClr val="EAF3E4"/>
          </a:solidFill>
          <a:ln/>
        </p:spPr>
        <p:txBody>
          <a:bodyPr/>
          <a:lstStyle/>
          <a:p>
            <a:endParaRPr lang="ko-KR" altLang="en-US"/>
          </a:p>
        </p:txBody>
      </p:sp>
      <p:sp>
        <p:nvSpPr>
          <p:cNvPr id="25" name="Text 23"/>
          <p:cNvSpPr txBox="1"/>
          <p:nvPr/>
        </p:nvSpPr>
        <p:spPr>
          <a:xfrm>
            <a:off x="5303520" y="3200400"/>
            <a:ext cx="3154680" cy="292608"/>
          </a:xfrm>
          <a:prstGeom prst="rect">
            <a:avLst/>
          </a:prstGeom>
          <a:noFill/>
          <a:ln/>
        </p:spPr>
        <p:txBody>
          <a:bodyPr wrap="square" lIns="0" tIns="0" rIns="0" bIns="0" rtlCol="0" anchor="ctr"/>
          <a:lstStyle/>
          <a:p>
            <a:pPr marL="0" indent="0">
              <a:buNone/>
            </a:pPr>
            <a:r>
              <a:rPr lang="en-US" sz="1400" b="1" dirty="0">
                <a:solidFill>
                  <a:srgbClr val="1F4D2B"/>
                </a:solidFill>
                <a:latin typeface="맑은 고딕" pitchFamily="34" charset="0"/>
                <a:ea typeface="맑은 고딕" pitchFamily="34" charset="-122"/>
                <a:cs typeface="맑은 고딕" pitchFamily="34" charset="-120"/>
              </a:rPr>
              <a:t>구청 대시보드</a:t>
            </a:r>
            <a:endParaRPr lang="en-US" sz="1400" dirty="0"/>
          </a:p>
        </p:txBody>
      </p:sp>
      <p:sp>
        <p:nvSpPr>
          <p:cNvPr id="26" name="Text 24"/>
          <p:cNvSpPr txBox="1"/>
          <p:nvPr/>
        </p:nvSpPr>
        <p:spPr>
          <a:xfrm>
            <a:off x="5303520" y="3538728"/>
            <a:ext cx="3200400" cy="868680"/>
          </a:xfrm>
          <a:prstGeom prst="rect">
            <a:avLst/>
          </a:prstGeom>
          <a:noFill/>
          <a:ln/>
        </p:spPr>
        <p:txBody>
          <a:bodyPr wrap="square" lIns="0" tIns="0" rIns="0" bIns="0" rtlCol="0" anchor="ctr"/>
          <a:lstStyle/>
          <a:p>
            <a:pPr marL="164592" indent="-164592">
              <a:spcAft>
                <a:spcPts val="853"/>
              </a:spcAft>
              <a:buSzPct val="100000"/>
              <a:buChar char="•"/>
            </a:pPr>
            <a:r>
              <a:rPr lang="en-US" sz="1100" dirty="0">
                <a:solidFill>
                  <a:srgbClr val="1E2B22"/>
                </a:solidFill>
                <a:latin typeface="맑은 고딕" pitchFamily="34" charset="0"/>
                <a:ea typeface="맑은 고딕" pitchFamily="34" charset="-122"/>
                <a:cs typeface="맑은 고딕" pitchFamily="34" charset="-120"/>
              </a:rPr>
              <a:t>이상 신고 처리 큐 (신뢰도 우선)</a:t>
            </a:r>
            <a:endParaRPr lang="en-US" sz="1100" dirty="0"/>
          </a:p>
          <a:p>
            <a:pPr marL="164592" indent="-164592">
              <a:spcAft>
                <a:spcPts val="853"/>
              </a:spcAft>
              <a:buSzPct val="100000"/>
              <a:buChar char="•"/>
            </a:pPr>
            <a:r>
              <a:rPr lang="en-US" sz="1100" dirty="0">
                <a:solidFill>
                  <a:srgbClr val="1E2B22"/>
                </a:solidFill>
                <a:latin typeface="맑은 고딕" pitchFamily="34" charset="0"/>
                <a:ea typeface="맑은 고딕" pitchFamily="34" charset="-122"/>
                <a:cs typeface="맑은 고딕" pitchFamily="34" charset="-120"/>
              </a:rPr>
              <a:t>물 부족 나무 · 시민 관찰 공백</a:t>
            </a:r>
            <a:endParaRPr lang="en-US" sz="1100" dirty="0"/>
          </a:p>
          <a:p>
            <a:pPr marL="164592" indent="-164592">
              <a:spcAft>
                <a:spcPts val="0"/>
              </a:spcAft>
              <a:buSzPct val="100000"/>
              <a:buChar char="•"/>
            </a:pPr>
            <a:r>
              <a:rPr lang="en-US" sz="1100" dirty="0">
                <a:solidFill>
                  <a:srgbClr val="1E2B22"/>
                </a:solidFill>
                <a:latin typeface="맑은 고딕" pitchFamily="34" charset="0"/>
                <a:ea typeface="맑은 고딕" pitchFamily="34" charset="-122"/>
                <a:cs typeface="맑은 고딕" pitchFamily="34" charset="-120"/>
              </a:rPr>
              <a:t>조치 완료 → 신고자·입양자 알림</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47472"/>
            <a:ext cx="310896" cy="310896"/>
          </a:xfrm>
          <a:prstGeom prst="ellipse">
            <a:avLst/>
          </a:prstGeom>
          <a:solidFill>
            <a:srgbClr val="1F4D2B"/>
          </a:solidFill>
          <a:ln/>
        </p:spPr>
        <p:txBody>
          <a:bodyPr/>
          <a:lstStyle/>
          <a:p>
            <a:endParaRPr lang="ko-KR" altLang="en-US"/>
          </a:p>
        </p:txBody>
      </p:sp>
      <p:sp>
        <p:nvSpPr>
          <p:cNvPr id="3" name="Text 1"/>
          <p:cNvSpPr txBox="1"/>
          <p:nvPr/>
        </p:nvSpPr>
        <p:spPr>
          <a:xfrm>
            <a:off x="457200" y="347472"/>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5</a:t>
            </a:r>
            <a:endParaRPr lang="en-US" sz="1200" dirty="0"/>
          </a:p>
        </p:txBody>
      </p:sp>
      <p:sp>
        <p:nvSpPr>
          <p:cNvPr id="4" name="Text 2"/>
          <p:cNvSpPr txBox="1"/>
          <p:nvPr/>
        </p:nvSpPr>
        <p:spPr>
          <a:xfrm>
            <a:off x="868680" y="347472"/>
            <a:ext cx="2743200" cy="310896"/>
          </a:xfrm>
          <a:prstGeom prst="rect">
            <a:avLst/>
          </a:prstGeom>
          <a:noFill/>
          <a:ln/>
        </p:spPr>
        <p:txBody>
          <a:bodyPr wrap="square" lIns="0" tIns="0" rIns="0" bIns="0" rtlCol="0" anchor="ctr"/>
          <a:lstStyle/>
          <a:p>
            <a:pPr marL="0" indent="0">
              <a:buNone/>
            </a:pPr>
            <a:r>
              <a:rPr lang="en-US" sz="1200" b="1" dirty="0">
                <a:solidFill>
                  <a:srgbClr val="6FA35A"/>
                </a:solidFill>
                <a:latin typeface="맑은 고딕" pitchFamily="34" charset="0"/>
                <a:ea typeface="맑은 고딕" pitchFamily="34" charset="-122"/>
                <a:cs typeface="맑은 고딕" pitchFamily="34" charset="-120"/>
              </a:rPr>
              <a:t>핵심 기능</a:t>
            </a:r>
            <a:endParaRPr lang="en-US" sz="1200" dirty="0"/>
          </a:p>
        </p:txBody>
      </p:sp>
      <p:sp>
        <p:nvSpPr>
          <p:cNvPr id="5" name="Text 3"/>
          <p:cNvSpPr txBox="1"/>
          <p:nvPr/>
        </p:nvSpPr>
        <p:spPr>
          <a:xfrm>
            <a:off x="457200" y="749808"/>
            <a:ext cx="8229600" cy="548640"/>
          </a:xfrm>
          <a:prstGeom prst="rect">
            <a:avLst/>
          </a:prstGeom>
          <a:noFill/>
          <a:ln/>
        </p:spPr>
        <p:txBody>
          <a:bodyPr wrap="square" lIns="0" tIns="0" rIns="0" bIns="0" rtlCol="0" anchor="ctr"/>
          <a:lstStyle/>
          <a:p>
            <a:pPr marL="0" indent="0">
              <a:buNone/>
            </a:pPr>
            <a:r>
              <a:rPr lang="en-US" sz="2400" b="1" dirty="0">
                <a:solidFill>
                  <a:srgbClr val="1F4D2B"/>
                </a:solidFill>
                <a:latin typeface="맑은 고딕" pitchFamily="34" charset="0"/>
                <a:ea typeface="맑은 고딕" pitchFamily="34" charset="-122"/>
                <a:cs typeface="맑은 고딕" pitchFamily="34" charset="-120"/>
              </a:rPr>
              <a:t>Must 기능만으로도 순환 한 바퀴가 돈다</a:t>
            </a:r>
            <a:endParaRPr lang="en-US" sz="2400" dirty="0"/>
          </a:p>
        </p:txBody>
      </p:sp>
      <p:sp>
        <p:nvSpPr>
          <p:cNvPr id="6" name="Text 4"/>
          <p:cNvSpPr txBox="1"/>
          <p:nvPr/>
        </p:nvSpPr>
        <p:spPr>
          <a:xfrm>
            <a:off x="5943600" y="4800600"/>
            <a:ext cx="2743200" cy="201168"/>
          </a:xfrm>
          <a:prstGeom prst="rect">
            <a:avLst/>
          </a:prstGeom>
          <a:noFill/>
          <a:ln/>
        </p:spPr>
        <p:txBody>
          <a:bodyPr wrap="square" lIns="0" tIns="0" rIns="0" bIns="0" rtlCol="0" anchor="ctr"/>
          <a:lstStyle/>
          <a:p>
            <a:pPr marL="0" indent="0" algn="r">
              <a:buNone/>
            </a:pPr>
            <a:r>
              <a:rPr lang="en-US" sz="800" dirty="0">
                <a:solidFill>
                  <a:srgbClr val="5B6B60"/>
                </a:solidFill>
                <a:latin typeface="맑은 고딕" pitchFamily="34" charset="0"/>
                <a:ea typeface="맑은 고딕" pitchFamily="34" charset="-122"/>
                <a:cs typeface="맑은 고딕" pitchFamily="34" charset="-120"/>
              </a:rPr>
              <a:t>서울 TreeMate  |  5 / 10</a:t>
            </a:r>
            <a:endParaRPr lang="en-US" sz="800" dirty="0"/>
          </a:p>
        </p:txBody>
      </p:sp>
      <p:sp>
        <p:nvSpPr>
          <p:cNvPr id="7" name="Text 5"/>
          <p:cNvSpPr txBox="1"/>
          <p:nvPr/>
        </p:nvSpPr>
        <p:spPr>
          <a:xfrm>
            <a:off x="457200" y="1417320"/>
            <a:ext cx="5394960" cy="237744"/>
          </a:xfrm>
          <a:prstGeom prst="rect">
            <a:avLst/>
          </a:prstGeom>
          <a:noFill/>
          <a:ln/>
        </p:spPr>
        <p:txBody>
          <a:bodyPr wrap="square" lIns="0" tIns="0" rIns="0" bIns="0" rtlCol="0" anchor="ctr"/>
          <a:lstStyle/>
          <a:p>
            <a:pPr marL="0" indent="0">
              <a:buNone/>
            </a:pPr>
            <a:r>
              <a:rPr lang="en-US" sz="1050" b="1" dirty="0">
                <a:solidFill>
                  <a:srgbClr val="1F4D2B"/>
                </a:solidFill>
                <a:latin typeface="맑은 고딕" pitchFamily="34" charset="0"/>
                <a:ea typeface="맑은 고딕" pitchFamily="34" charset="-122"/>
                <a:cs typeface="맑은 고딕" pitchFamily="34" charset="-120"/>
              </a:rPr>
              <a:t>MUST  ·  중간 발표(8주차)까지</a:t>
            </a:r>
            <a:endParaRPr lang="en-US" sz="1050" dirty="0"/>
          </a:p>
        </p:txBody>
      </p:sp>
      <p:sp>
        <p:nvSpPr>
          <p:cNvPr id="8" name="Shape 6"/>
          <p:cNvSpPr/>
          <p:nvPr/>
        </p:nvSpPr>
        <p:spPr>
          <a:xfrm>
            <a:off x="457200" y="1737360"/>
            <a:ext cx="2606040" cy="841248"/>
          </a:xfrm>
          <a:prstGeom prst="roundRect">
            <a:avLst>
              <a:gd name="adj" fmla="val 8696"/>
            </a:avLst>
          </a:prstGeom>
          <a:solidFill>
            <a:srgbClr val="FFFFFF"/>
          </a:solidFill>
          <a:ln w="12700">
            <a:solidFill>
              <a:srgbClr val="C9D6C3"/>
            </a:solidFill>
            <a:prstDash val="solid"/>
          </a:ln>
          <a:effectLst>
            <a:outerShdw blurRad="76200" dist="25400" dir="5400000" algn="bl" rotWithShape="0">
              <a:srgbClr val="000000">
                <a:alpha val="12000"/>
              </a:srgbClr>
            </a:outerShdw>
          </a:effectLst>
        </p:spPr>
        <p:txBody>
          <a:bodyPr/>
          <a:lstStyle/>
          <a:p>
            <a:endParaRPr lang="ko-KR" altLang="en-US"/>
          </a:p>
        </p:txBody>
      </p:sp>
      <p:sp>
        <p:nvSpPr>
          <p:cNvPr id="9" name="Shape 7"/>
          <p:cNvSpPr/>
          <p:nvPr/>
        </p:nvSpPr>
        <p:spPr>
          <a:xfrm>
            <a:off x="594360" y="1874520"/>
            <a:ext cx="274320" cy="274320"/>
          </a:xfrm>
          <a:prstGeom prst="ellipse">
            <a:avLst/>
          </a:prstGeom>
          <a:solidFill>
            <a:srgbClr val="1F4D2B"/>
          </a:solidFill>
          <a:ln/>
        </p:spPr>
        <p:txBody>
          <a:bodyPr/>
          <a:lstStyle/>
          <a:p>
            <a:endParaRPr lang="ko-KR" altLang="en-US"/>
          </a:p>
        </p:txBody>
      </p:sp>
      <p:sp>
        <p:nvSpPr>
          <p:cNvPr id="10" name="Text 8"/>
          <p:cNvSpPr txBox="1"/>
          <p:nvPr/>
        </p:nvSpPr>
        <p:spPr>
          <a:xfrm>
            <a:off x="594360" y="1874520"/>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1</a:t>
            </a:r>
            <a:endParaRPr lang="en-US" sz="1000" dirty="0"/>
          </a:p>
        </p:txBody>
      </p:sp>
      <p:sp>
        <p:nvSpPr>
          <p:cNvPr id="11" name="Text 9"/>
          <p:cNvSpPr txBox="1"/>
          <p:nvPr/>
        </p:nvSpPr>
        <p:spPr>
          <a:xfrm>
            <a:off x="960120" y="1856232"/>
            <a:ext cx="2011680" cy="292608"/>
          </a:xfrm>
          <a:prstGeom prst="rect">
            <a:avLst/>
          </a:prstGeom>
          <a:noFill/>
          <a:ln/>
        </p:spPr>
        <p:txBody>
          <a:bodyPr wrap="square" lIns="0" tIns="0" rIns="0" bIns="0" rtlCol="0" anchor="ctr"/>
          <a:lstStyle/>
          <a:p>
            <a:pPr marL="0" indent="0">
              <a:buNone/>
            </a:pPr>
            <a:r>
              <a:rPr lang="en-US" sz="1200" b="1" dirty="0">
                <a:solidFill>
                  <a:srgbClr val="1F4D2B"/>
                </a:solidFill>
                <a:latin typeface="맑은 고딕" pitchFamily="34" charset="0"/>
                <a:ea typeface="맑은 고딕" pitchFamily="34" charset="-122"/>
                <a:cs typeface="맑은 고딕" pitchFamily="34" charset="-120"/>
              </a:rPr>
              <a:t>나무 지도</a:t>
            </a:r>
            <a:endParaRPr lang="en-US" sz="1200" dirty="0"/>
          </a:p>
        </p:txBody>
      </p:sp>
      <p:sp>
        <p:nvSpPr>
          <p:cNvPr id="12" name="Text 10"/>
          <p:cNvSpPr txBox="1"/>
          <p:nvPr/>
        </p:nvSpPr>
        <p:spPr>
          <a:xfrm>
            <a:off x="594360" y="2194560"/>
            <a:ext cx="2331720" cy="347472"/>
          </a:xfrm>
          <a:prstGeom prst="rect">
            <a:avLst/>
          </a:prstGeom>
          <a:noFill/>
          <a:ln/>
        </p:spPr>
        <p:txBody>
          <a:bodyPr wrap="square" lIns="0" tIns="0" rIns="0" bIns="0" rtlCol="0" anchor="t"/>
          <a:lstStyle/>
          <a:p>
            <a:pPr marL="0" indent="0">
              <a:buNone/>
            </a:pPr>
            <a:r>
              <a:rPr lang="en-US" sz="950" dirty="0">
                <a:solidFill>
                  <a:srgbClr val="1E2B22"/>
                </a:solidFill>
                <a:latin typeface="맑은 고딕" pitchFamily="34" charset="0"/>
                <a:ea typeface="맑은 고딕" pitchFamily="34" charset="-122"/>
                <a:cs typeface="맑은 고딕" pitchFamily="34" charset="-120"/>
              </a:rPr>
              <a:t>가로수 위치 + 목마름·이상 아이콘, 관찰 공백 강조</a:t>
            </a:r>
            <a:endParaRPr lang="en-US" sz="950" dirty="0"/>
          </a:p>
        </p:txBody>
      </p:sp>
      <p:sp>
        <p:nvSpPr>
          <p:cNvPr id="13" name="Shape 11"/>
          <p:cNvSpPr/>
          <p:nvPr/>
        </p:nvSpPr>
        <p:spPr>
          <a:xfrm>
            <a:off x="3200400" y="1737360"/>
            <a:ext cx="2606040" cy="841248"/>
          </a:xfrm>
          <a:prstGeom prst="roundRect">
            <a:avLst>
              <a:gd name="adj" fmla="val 8696"/>
            </a:avLst>
          </a:prstGeom>
          <a:solidFill>
            <a:srgbClr val="FFFFFF"/>
          </a:solidFill>
          <a:ln w="12700">
            <a:solidFill>
              <a:srgbClr val="C9D6C3"/>
            </a:solidFill>
            <a:prstDash val="solid"/>
          </a:ln>
          <a:effectLst>
            <a:outerShdw blurRad="76200" dist="25400" dir="5400000" algn="bl" rotWithShape="0">
              <a:srgbClr val="000000">
                <a:alpha val="12000"/>
              </a:srgbClr>
            </a:outerShdw>
          </a:effectLst>
        </p:spPr>
        <p:txBody>
          <a:bodyPr/>
          <a:lstStyle/>
          <a:p>
            <a:endParaRPr lang="ko-KR" altLang="en-US"/>
          </a:p>
        </p:txBody>
      </p:sp>
      <p:sp>
        <p:nvSpPr>
          <p:cNvPr id="14" name="Shape 12"/>
          <p:cNvSpPr/>
          <p:nvPr/>
        </p:nvSpPr>
        <p:spPr>
          <a:xfrm>
            <a:off x="3337560" y="1874520"/>
            <a:ext cx="274320" cy="274320"/>
          </a:xfrm>
          <a:prstGeom prst="ellipse">
            <a:avLst/>
          </a:prstGeom>
          <a:solidFill>
            <a:srgbClr val="1F4D2B"/>
          </a:solidFill>
          <a:ln/>
        </p:spPr>
        <p:txBody>
          <a:bodyPr/>
          <a:lstStyle/>
          <a:p>
            <a:endParaRPr lang="ko-KR" altLang="en-US"/>
          </a:p>
        </p:txBody>
      </p:sp>
      <p:sp>
        <p:nvSpPr>
          <p:cNvPr id="15" name="Text 13"/>
          <p:cNvSpPr txBox="1"/>
          <p:nvPr/>
        </p:nvSpPr>
        <p:spPr>
          <a:xfrm>
            <a:off x="3337560" y="1874520"/>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2</a:t>
            </a:r>
            <a:endParaRPr lang="en-US" sz="1000" dirty="0"/>
          </a:p>
        </p:txBody>
      </p:sp>
      <p:sp>
        <p:nvSpPr>
          <p:cNvPr id="16" name="Text 14"/>
          <p:cNvSpPr txBox="1"/>
          <p:nvPr/>
        </p:nvSpPr>
        <p:spPr>
          <a:xfrm>
            <a:off x="3703320" y="1856232"/>
            <a:ext cx="2011680" cy="292608"/>
          </a:xfrm>
          <a:prstGeom prst="rect">
            <a:avLst/>
          </a:prstGeom>
          <a:noFill/>
          <a:ln/>
        </p:spPr>
        <p:txBody>
          <a:bodyPr wrap="square" lIns="0" tIns="0" rIns="0" bIns="0" rtlCol="0" anchor="ctr"/>
          <a:lstStyle/>
          <a:p>
            <a:pPr marL="0" indent="0">
              <a:buNone/>
            </a:pPr>
            <a:r>
              <a:rPr lang="en-US" sz="1200" b="1" dirty="0">
                <a:solidFill>
                  <a:srgbClr val="1F4D2B"/>
                </a:solidFill>
                <a:latin typeface="맑은 고딕" pitchFamily="34" charset="0"/>
                <a:ea typeface="맑은 고딕" pitchFamily="34" charset="-122"/>
                <a:cs typeface="맑은 고딕" pitchFamily="34" charset="-120"/>
              </a:rPr>
              <a:t>나무 상세 · QR 이야기</a:t>
            </a:r>
            <a:endParaRPr lang="en-US" sz="1200" dirty="0"/>
          </a:p>
        </p:txBody>
      </p:sp>
      <p:sp>
        <p:nvSpPr>
          <p:cNvPr id="17" name="Text 15"/>
          <p:cNvSpPr txBox="1"/>
          <p:nvPr/>
        </p:nvSpPr>
        <p:spPr>
          <a:xfrm>
            <a:off x="3337560" y="2194560"/>
            <a:ext cx="2331720" cy="347472"/>
          </a:xfrm>
          <a:prstGeom prst="rect">
            <a:avLst/>
          </a:prstGeom>
          <a:noFill/>
          <a:ln/>
        </p:spPr>
        <p:txBody>
          <a:bodyPr wrap="square" lIns="0" tIns="0" rIns="0" bIns="0" rtlCol="0" anchor="t"/>
          <a:lstStyle/>
          <a:p>
            <a:pPr marL="0" indent="0">
              <a:buNone/>
            </a:pPr>
            <a:r>
              <a:rPr lang="en-US" sz="950" dirty="0">
                <a:solidFill>
                  <a:srgbClr val="1E2B22"/>
                </a:solidFill>
                <a:latin typeface="맑은 고딕" pitchFamily="34" charset="0"/>
                <a:ea typeface="맑은 고딕" pitchFamily="34" charset="-122"/>
                <a:cs typeface="맑은 고딕" pitchFamily="34" charset="-120"/>
              </a:rPr>
              <a:t>수종·위치·물 필요도·건강·기록, 로그인 없이 열람</a:t>
            </a:r>
            <a:endParaRPr lang="en-US" sz="950" dirty="0"/>
          </a:p>
        </p:txBody>
      </p:sp>
      <p:sp>
        <p:nvSpPr>
          <p:cNvPr id="18" name="Shape 16"/>
          <p:cNvSpPr/>
          <p:nvPr/>
        </p:nvSpPr>
        <p:spPr>
          <a:xfrm>
            <a:off x="457200" y="2697480"/>
            <a:ext cx="2606040" cy="841248"/>
          </a:xfrm>
          <a:prstGeom prst="roundRect">
            <a:avLst>
              <a:gd name="adj" fmla="val 8696"/>
            </a:avLst>
          </a:prstGeom>
          <a:solidFill>
            <a:srgbClr val="FFFFFF"/>
          </a:solidFill>
          <a:ln w="12700">
            <a:solidFill>
              <a:srgbClr val="C9D6C3"/>
            </a:solidFill>
            <a:prstDash val="solid"/>
          </a:ln>
          <a:effectLst>
            <a:outerShdw blurRad="76200" dist="25400" dir="5400000" algn="bl" rotWithShape="0">
              <a:srgbClr val="000000">
                <a:alpha val="12000"/>
              </a:srgbClr>
            </a:outerShdw>
          </a:effectLst>
        </p:spPr>
        <p:txBody>
          <a:bodyPr/>
          <a:lstStyle/>
          <a:p>
            <a:endParaRPr lang="ko-KR" altLang="en-US"/>
          </a:p>
        </p:txBody>
      </p:sp>
      <p:sp>
        <p:nvSpPr>
          <p:cNvPr id="19" name="Shape 17"/>
          <p:cNvSpPr/>
          <p:nvPr/>
        </p:nvSpPr>
        <p:spPr>
          <a:xfrm>
            <a:off x="594360" y="2834640"/>
            <a:ext cx="274320" cy="274320"/>
          </a:xfrm>
          <a:prstGeom prst="ellipse">
            <a:avLst/>
          </a:prstGeom>
          <a:solidFill>
            <a:srgbClr val="1F4D2B"/>
          </a:solidFill>
          <a:ln/>
        </p:spPr>
        <p:txBody>
          <a:bodyPr/>
          <a:lstStyle/>
          <a:p>
            <a:endParaRPr lang="ko-KR" altLang="en-US"/>
          </a:p>
        </p:txBody>
      </p:sp>
      <p:sp>
        <p:nvSpPr>
          <p:cNvPr id="20" name="Text 18"/>
          <p:cNvSpPr txBox="1"/>
          <p:nvPr/>
        </p:nvSpPr>
        <p:spPr>
          <a:xfrm>
            <a:off x="594360" y="2834640"/>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3</a:t>
            </a:r>
            <a:endParaRPr lang="en-US" sz="1000" dirty="0"/>
          </a:p>
        </p:txBody>
      </p:sp>
      <p:sp>
        <p:nvSpPr>
          <p:cNvPr id="21" name="Text 19"/>
          <p:cNvSpPr txBox="1"/>
          <p:nvPr/>
        </p:nvSpPr>
        <p:spPr>
          <a:xfrm>
            <a:off x="960120" y="2816352"/>
            <a:ext cx="2011680" cy="292608"/>
          </a:xfrm>
          <a:prstGeom prst="rect">
            <a:avLst/>
          </a:prstGeom>
          <a:noFill/>
          <a:ln/>
        </p:spPr>
        <p:txBody>
          <a:bodyPr wrap="square" lIns="0" tIns="0" rIns="0" bIns="0" rtlCol="0" anchor="ctr"/>
          <a:lstStyle/>
          <a:p>
            <a:pPr marL="0" indent="0">
              <a:buNone/>
            </a:pPr>
            <a:r>
              <a:rPr lang="en-US" sz="1200" b="1" dirty="0">
                <a:solidFill>
                  <a:srgbClr val="1F4D2B"/>
                </a:solidFill>
                <a:latin typeface="맑은 고딕" pitchFamily="34" charset="0"/>
                <a:ea typeface="맑은 고딕" pitchFamily="34" charset="-122"/>
                <a:cs typeface="맑은 고딕" pitchFamily="34" charset="-120"/>
              </a:rPr>
              <a:t>기록 3종</a:t>
            </a:r>
            <a:endParaRPr lang="en-US" sz="1200" dirty="0"/>
          </a:p>
        </p:txBody>
      </p:sp>
      <p:sp>
        <p:nvSpPr>
          <p:cNvPr id="22" name="Text 20"/>
          <p:cNvSpPr txBox="1"/>
          <p:nvPr/>
        </p:nvSpPr>
        <p:spPr>
          <a:xfrm>
            <a:off x="594360" y="3154680"/>
            <a:ext cx="2331720" cy="347472"/>
          </a:xfrm>
          <a:prstGeom prst="rect">
            <a:avLst/>
          </a:prstGeom>
          <a:noFill/>
          <a:ln/>
        </p:spPr>
        <p:txBody>
          <a:bodyPr wrap="square" lIns="0" tIns="0" rIns="0" bIns="0" rtlCol="0" anchor="t"/>
          <a:lstStyle/>
          <a:p>
            <a:pPr marL="0" indent="0">
              <a:buNone/>
            </a:pPr>
            <a:r>
              <a:rPr lang="en-US" sz="950" dirty="0">
                <a:solidFill>
                  <a:srgbClr val="1E2B22"/>
                </a:solidFill>
                <a:latin typeface="맑은 고딕" pitchFamily="34" charset="0"/>
                <a:ea typeface="맑은 고딕" pitchFamily="34" charset="-122"/>
                <a:cs typeface="맑은 고딕" pitchFamily="34" charset="-120"/>
              </a:rPr>
              <a:t>물주기(시각·양) / 관찰(체크리스트·사진) / 이상 신고</a:t>
            </a:r>
            <a:endParaRPr lang="en-US" sz="950" dirty="0"/>
          </a:p>
        </p:txBody>
      </p:sp>
      <p:sp>
        <p:nvSpPr>
          <p:cNvPr id="23" name="Shape 21"/>
          <p:cNvSpPr/>
          <p:nvPr/>
        </p:nvSpPr>
        <p:spPr>
          <a:xfrm>
            <a:off x="3200400" y="2697480"/>
            <a:ext cx="2606040" cy="841248"/>
          </a:xfrm>
          <a:prstGeom prst="roundRect">
            <a:avLst>
              <a:gd name="adj" fmla="val 8696"/>
            </a:avLst>
          </a:prstGeom>
          <a:solidFill>
            <a:srgbClr val="FFFFFF"/>
          </a:solidFill>
          <a:ln w="12700">
            <a:solidFill>
              <a:srgbClr val="C9D6C3"/>
            </a:solidFill>
            <a:prstDash val="solid"/>
          </a:ln>
          <a:effectLst>
            <a:outerShdw blurRad="76200" dist="25400" dir="5400000" algn="bl" rotWithShape="0">
              <a:srgbClr val="000000">
                <a:alpha val="12000"/>
              </a:srgbClr>
            </a:outerShdw>
          </a:effectLst>
        </p:spPr>
        <p:txBody>
          <a:bodyPr/>
          <a:lstStyle/>
          <a:p>
            <a:endParaRPr lang="ko-KR" altLang="en-US"/>
          </a:p>
        </p:txBody>
      </p:sp>
      <p:sp>
        <p:nvSpPr>
          <p:cNvPr id="24" name="Shape 22"/>
          <p:cNvSpPr/>
          <p:nvPr/>
        </p:nvSpPr>
        <p:spPr>
          <a:xfrm>
            <a:off x="3337560" y="2834640"/>
            <a:ext cx="274320" cy="274320"/>
          </a:xfrm>
          <a:prstGeom prst="ellipse">
            <a:avLst/>
          </a:prstGeom>
          <a:solidFill>
            <a:srgbClr val="1F4D2B"/>
          </a:solidFill>
          <a:ln/>
        </p:spPr>
        <p:txBody>
          <a:bodyPr/>
          <a:lstStyle/>
          <a:p>
            <a:endParaRPr lang="ko-KR" altLang="en-US"/>
          </a:p>
        </p:txBody>
      </p:sp>
      <p:sp>
        <p:nvSpPr>
          <p:cNvPr id="25" name="Text 23"/>
          <p:cNvSpPr txBox="1"/>
          <p:nvPr/>
        </p:nvSpPr>
        <p:spPr>
          <a:xfrm>
            <a:off x="3337560" y="2834640"/>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4</a:t>
            </a:r>
            <a:endParaRPr lang="en-US" sz="1000" dirty="0"/>
          </a:p>
        </p:txBody>
      </p:sp>
      <p:sp>
        <p:nvSpPr>
          <p:cNvPr id="26" name="Text 24"/>
          <p:cNvSpPr txBox="1"/>
          <p:nvPr/>
        </p:nvSpPr>
        <p:spPr>
          <a:xfrm>
            <a:off x="3703320" y="2816352"/>
            <a:ext cx="2011680" cy="292608"/>
          </a:xfrm>
          <a:prstGeom prst="rect">
            <a:avLst/>
          </a:prstGeom>
          <a:noFill/>
          <a:ln/>
        </p:spPr>
        <p:txBody>
          <a:bodyPr wrap="square" lIns="0" tIns="0" rIns="0" bIns="0" rtlCol="0" anchor="ctr"/>
          <a:lstStyle/>
          <a:p>
            <a:pPr marL="0" indent="0">
              <a:buNone/>
            </a:pPr>
            <a:r>
              <a:rPr lang="en-US" sz="1200" b="1" dirty="0">
                <a:solidFill>
                  <a:srgbClr val="1F4D2B"/>
                </a:solidFill>
                <a:latin typeface="맑은 고딕" pitchFamily="34" charset="0"/>
                <a:ea typeface="맑은 고딕" pitchFamily="34" charset="-122"/>
                <a:cs typeface="맑은 고딕" pitchFamily="34" charset="-120"/>
              </a:rPr>
              <a:t>나무 상태 계산</a:t>
            </a:r>
            <a:endParaRPr lang="en-US" sz="1200" dirty="0"/>
          </a:p>
        </p:txBody>
      </p:sp>
      <p:sp>
        <p:nvSpPr>
          <p:cNvPr id="27" name="Text 25"/>
          <p:cNvSpPr txBox="1"/>
          <p:nvPr/>
        </p:nvSpPr>
        <p:spPr>
          <a:xfrm>
            <a:off x="3337560" y="3154680"/>
            <a:ext cx="2331720" cy="347472"/>
          </a:xfrm>
          <a:prstGeom prst="rect">
            <a:avLst/>
          </a:prstGeom>
          <a:noFill/>
          <a:ln/>
        </p:spPr>
        <p:txBody>
          <a:bodyPr wrap="square" lIns="0" tIns="0" rIns="0" bIns="0" rtlCol="0" anchor="t"/>
          <a:lstStyle/>
          <a:p>
            <a:pPr marL="0" indent="0">
              <a:buNone/>
            </a:pPr>
            <a:r>
              <a:rPr lang="en-US" sz="950" dirty="0">
                <a:solidFill>
                  <a:srgbClr val="1E2B22"/>
                </a:solidFill>
                <a:latin typeface="맑은 고딕" pitchFamily="34" charset="0"/>
                <a:ea typeface="맑은 고딕" pitchFamily="34" charset="-122"/>
                <a:cs typeface="맑은 고딕" pitchFamily="34" charset="-120"/>
              </a:rPr>
              <a:t>물 필요도 신호등 · 건강 상태 3단계</a:t>
            </a:r>
            <a:endParaRPr lang="en-US" sz="950" dirty="0"/>
          </a:p>
        </p:txBody>
      </p:sp>
      <p:sp>
        <p:nvSpPr>
          <p:cNvPr id="28" name="Shape 26"/>
          <p:cNvSpPr/>
          <p:nvPr/>
        </p:nvSpPr>
        <p:spPr>
          <a:xfrm>
            <a:off x="457200" y="3657600"/>
            <a:ext cx="2606040" cy="841248"/>
          </a:xfrm>
          <a:prstGeom prst="roundRect">
            <a:avLst>
              <a:gd name="adj" fmla="val 8696"/>
            </a:avLst>
          </a:prstGeom>
          <a:solidFill>
            <a:srgbClr val="FFFFFF"/>
          </a:solidFill>
          <a:ln w="12700">
            <a:solidFill>
              <a:srgbClr val="C9D6C3"/>
            </a:solidFill>
            <a:prstDash val="solid"/>
          </a:ln>
          <a:effectLst>
            <a:outerShdw blurRad="76200" dist="25400" dir="5400000" algn="bl" rotWithShape="0">
              <a:srgbClr val="000000">
                <a:alpha val="12000"/>
              </a:srgbClr>
            </a:outerShdw>
          </a:effectLst>
        </p:spPr>
        <p:txBody>
          <a:bodyPr/>
          <a:lstStyle/>
          <a:p>
            <a:endParaRPr lang="ko-KR" altLang="en-US"/>
          </a:p>
        </p:txBody>
      </p:sp>
      <p:sp>
        <p:nvSpPr>
          <p:cNvPr id="29" name="Shape 27"/>
          <p:cNvSpPr/>
          <p:nvPr/>
        </p:nvSpPr>
        <p:spPr>
          <a:xfrm>
            <a:off x="594360" y="3794760"/>
            <a:ext cx="274320" cy="274320"/>
          </a:xfrm>
          <a:prstGeom prst="ellipse">
            <a:avLst/>
          </a:prstGeom>
          <a:solidFill>
            <a:srgbClr val="1F4D2B"/>
          </a:solidFill>
          <a:ln/>
        </p:spPr>
        <p:txBody>
          <a:bodyPr/>
          <a:lstStyle/>
          <a:p>
            <a:endParaRPr lang="ko-KR" altLang="en-US"/>
          </a:p>
        </p:txBody>
      </p:sp>
      <p:sp>
        <p:nvSpPr>
          <p:cNvPr id="30" name="Text 28"/>
          <p:cNvSpPr txBox="1"/>
          <p:nvPr/>
        </p:nvSpPr>
        <p:spPr>
          <a:xfrm>
            <a:off x="594360" y="3794760"/>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5</a:t>
            </a:r>
            <a:endParaRPr lang="en-US" sz="1000" dirty="0"/>
          </a:p>
        </p:txBody>
      </p:sp>
      <p:sp>
        <p:nvSpPr>
          <p:cNvPr id="31" name="Text 29"/>
          <p:cNvSpPr txBox="1"/>
          <p:nvPr/>
        </p:nvSpPr>
        <p:spPr>
          <a:xfrm>
            <a:off x="960120" y="3776472"/>
            <a:ext cx="2011680" cy="292608"/>
          </a:xfrm>
          <a:prstGeom prst="rect">
            <a:avLst/>
          </a:prstGeom>
          <a:noFill/>
          <a:ln/>
        </p:spPr>
        <p:txBody>
          <a:bodyPr wrap="square" lIns="0" tIns="0" rIns="0" bIns="0" rtlCol="0" anchor="ctr"/>
          <a:lstStyle/>
          <a:p>
            <a:pPr marL="0" indent="0">
              <a:buNone/>
            </a:pPr>
            <a:r>
              <a:rPr lang="en-US" sz="1200" b="1" dirty="0">
                <a:solidFill>
                  <a:srgbClr val="1F4D2B"/>
                </a:solidFill>
                <a:latin typeface="맑은 고딕" pitchFamily="34" charset="0"/>
                <a:ea typeface="맑은 고딕" pitchFamily="34" charset="-122"/>
                <a:cs typeface="맑은 고딕" pitchFamily="34" charset="-120"/>
              </a:rPr>
              <a:t>구청 신고 처리 큐</a:t>
            </a:r>
            <a:endParaRPr lang="en-US" sz="1200" dirty="0"/>
          </a:p>
        </p:txBody>
      </p:sp>
      <p:sp>
        <p:nvSpPr>
          <p:cNvPr id="32" name="Text 30"/>
          <p:cNvSpPr txBox="1"/>
          <p:nvPr/>
        </p:nvSpPr>
        <p:spPr>
          <a:xfrm>
            <a:off x="594360" y="4114800"/>
            <a:ext cx="2331720" cy="347472"/>
          </a:xfrm>
          <a:prstGeom prst="rect">
            <a:avLst/>
          </a:prstGeom>
          <a:noFill/>
          <a:ln/>
        </p:spPr>
        <p:txBody>
          <a:bodyPr wrap="square" lIns="0" tIns="0" rIns="0" bIns="0" rtlCol="0" anchor="t"/>
          <a:lstStyle/>
          <a:p>
            <a:pPr marL="0" indent="0">
              <a:buNone/>
            </a:pPr>
            <a:r>
              <a:rPr lang="en-US" sz="950" dirty="0">
                <a:solidFill>
                  <a:srgbClr val="1E2B22"/>
                </a:solidFill>
                <a:latin typeface="맑은 고딕" pitchFamily="34" charset="0"/>
                <a:ea typeface="맑은 고딕" pitchFamily="34" charset="-122"/>
                <a:cs typeface="맑은 고딕" pitchFamily="34" charset="-120"/>
              </a:rPr>
              <a:t>확인 필요 → 현장 확인 → 조치 완료, 신뢰도 우선</a:t>
            </a:r>
            <a:endParaRPr lang="en-US" sz="950" dirty="0"/>
          </a:p>
        </p:txBody>
      </p:sp>
      <p:sp>
        <p:nvSpPr>
          <p:cNvPr id="33" name="Shape 31"/>
          <p:cNvSpPr/>
          <p:nvPr/>
        </p:nvSpPr>
        <p:spPr>
          <a:xfrm>
            <a:off x="3200400" y="3657600"/>
            <a:ext cx="2606040" cy="841248"/>
          </a:xfrm>
          <a:prstGeom prst="roundRect">
            <a:avLst>
              <a:gd name="adj" fmla="val 8696"/>
            </a:avLst>
          </a:prstGeom>
          <a:solidFill>
            <a:srgbClr val="FFFFFF"/>
          </a:solidFill>
          <a:ln w="12700">
            <a:solidFill>
              <a:srgbClr val="C9D6C3"/>
            </a:solidFill>
            <a:prstDash val="solid"/>
          </a:ln>
          <a:effectLst>
            <a:outerShdw blurRad="76200" dist="25400" dir="5400000" algn="bl" rotWithShape="0">
              <a:srgbClr val="000000">
                <a:alpha val="12000"/>
              </a:srgbClr>
            </a:outerShdw>
          </a:effectLst>
        </p:spPr>
        <p:txBody>
          <a:bodyPr/>
          <a:lstStyle/>
          <a:p>
            <a:endParaRPr lang="ko-KR" altLang="en-US"/>
          </a:p>
        </p:txBody>
      </p:sp>
      <p:sp>
        <p:nvSpPr>
          <p:cNvPr id="34" name="Shape 32"/>
          <p:cNvSpPr/>
          <p:nvPr/>
        </p:nvSpPr>
        <p:spPr>
          <a:xfrm>
            <a:off x="3337560" y="3794760"/>
            <a:ext cx="274320" cy="274320"/>
          </a:xfrm>
          <a:prstGeom prst="ellipse">
            <a:avLst/>
          </a:prstGeom>
          <a:solidFill>
            <a:srgbClr val="1F4D2B"/>
          </a:solidFill>
          <a:ln/>
        </p:spPr>
        <p:txBody>
          <a:bodyPr/>
          <a:lstStyle/>
          <a:p>
            <a:endParaRPr lang="ko-KR" altLang="en-US"/>
          </a:p>
        </p:txBody>
      </p:sp>
      <p:sp>
        <p:nvSpPr>
          <p:cNvPr id="35" name="Text 33"/>
          <p:cNvSpPr txBox="1"/>
          <p:nvPr/>
        </p:nvSpPr>
        <p:spPr>
          <a:xfrm>
            <a:off x="3337560" y="3794760"/>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6</a:t>
            </a:r>
            <a:endParaRPr lang="en-US" sz="1000" dirty="0"/>
          </a:p>
        </p:txBody>
      </p:sp>
      <p:sp>
        <p:nvSpPr>
          <p:cNvPr id="36" name="Text 34"/>
          <p:cNvSpPr txBox="1"/>
          <p:nvPr/>
        </p:nvSpPr>
        <p:spPr>
          <a:xfrm>
            <a:off x="3703320" y="3776472"/>
            <a:ext cx="2011680" cy="292608"/>
          </a:xfrm>
          <a:prstGeom prst="rect">
            <a:avLst/>
          </a:prstGeom>
          <a:noFill/>
          <a:ln/>
        </p:spPr>
        <p:txBody>
          <a:bodyPr wrap="square" lIns="0" tIns="0" rIns="0" bIns="0" rtlCol="0" anchor="ctr"/>
          <a:lstStyle/>
          <a:p>
            <a:pPr marL="0" indent="0">
              <a:buNone/>
            </a:pPr>
            <a:r>
              <a:rPr lang="en-US" sz="1200" b="1" dirty="0">
                <a:solidFill>
                  <a:srgbClr val="1F4D2B"/>
                </a:solidFill>
                <a:latin typeface="맑은 고딕" pitchFamily="34" charset="0"/>
                <a:ea typeface="맑은 고딕" pitchFamily="34" charset="-122"/>
                <a:cs typeface="맑은 고딕" pitchFamily="34" charset="-120"/>
              </a:rPr>
              <a:t>알림</a:t>
            </a:r>
            <a:endParaRPr lang="en-US" sz="1200" dirty="0"/>
          </a:p>
        </p:txBody>
      </p:sp>
      <p:sp>
        <p:nvSpPr>
          <p:cNvPr id="37" name="Text 35"/>
          <p:cNvSpPr txBox="1"/>
          <p:nvPr/>
        </p:nvSpPr>
        <p:spPr>
          <a:xfrm>
            <a:off x="3337560" y="4114800"/>
            <a:ext cx="2331720" cy="347472"/>
          </a:xfrm>
          <a:prstGeom prst="rect">
            <a:avLst/>
          </a:prstGeom>
          <a:noFill/>
          <a:ln/>
        </p:spPr>
        <p:txBody>
          <a:bodyPr wrap="square" lIns="0" tIns="0" rIns="0" bIns="0" rtlCol="0" anchor="t"/>
          <a:lstStyle/>
          <a:p>
            <a:pPr marL="0" indent="0">
              <a:buNone/>
            </a:pPr>
            <a:r>
              <a:rPr lang="en-US" sz="950" dirty="0">
                <a:solidFill>
                  <a:srgbClr val="1E2B22"/>
                </a:solidFill>
                <a:latin typeface="맑은 고딕" pitchFamily="34" charset="0"/>
                <a:ea typeface="맑은 고딕" pitchFamily="34" charset="-122"/>
                <a:cs typeface="맑은 고딕" pitchFamily="34" charset="-120"/>
              </a:rPr>
              <a:t>조치 완료 시 신고자·입양자에게 알림</a:t>
            </a:r>
            <a:endParaRPr lang="en-US" sz="950" dirty="0"/>
          </a:p>
        </p:txBody>
      </p:sp>
      <p:sp>
        <p:nvSpPr>
          <p:cNvPr id="38" name="Shape 36"/>
          <p:cNvSpPr/>
          <p:nvPr/>
        </p:nvSpPr>
        <p:spPr>
          <a:xfrm>
            <a:off x="6080760" y="1417320"/>
            <a:ext cx="2606040" cy="1783080"/>
          </a:xfrm>
          <a:prstGeom prst="roundRect">
            <a:avLst>
              <a:gd name="adj" fmla="val 4103"/>
            </a:avLst>
          </a:prstGeom>
          <a:solidFill>
            <a:srgbClr val="EAF3E4"/>
          </a:solidFill>
          <a:ln/>
        </p:spPr>
        <p:txBody>
          <a:bodyPr/>
          <a:lstStyle/>
          <a:p>
            <a:endParaRPr lang="ko-KR" altLang="en-US"/>
          </a:p>
        </p:txBody>
      </p:sp>
      <p:sp>
        <p:nvSpPr>
          <p:cNvPr id="39" name="Text 37"/>
          <p:cNvSpPr txBox="1"/>
          <p:nvPr/>
        </p:nvSpPr>
        <p:spPr>
          <a:xfrm>
            <a:off x="6263640" y="1527048"/>
            <a:ext cx="2286000" cy="237744"/>
          </a:xfrm>
          <a:prstGeom prst="rect">
            <a:avLst/>
          </a:prstGeom>
          <a:noFill/>
          <a:ln/>
        </p:spPr>
        <p:txBody>
          <a:bodyPr wrap="square" lIns="0" tIns="0" rIns="0" bIns="0" rtlCol="0" anchor="ctr"/>
          <a:lstStyle/>
          <a:p>
            <a:pPr marL="0" indent="0">
              <a:buNone/>
            </a:pPr>
            <a:r>
              <a:rPr lang="en-US" sz="1050" b="1" dirty="0">
                <a:solidFill>
                  <a:srgbClr val="6FA35A"/>
                </a:solidFill>
                <a:latin typeface="맑은 고딕" pitchFamily="34" charset="0"/>
                <a:ea typeface="맑은 고딕" pitchFamily="34" charset="-122"/>
                <a:cs typeface="맑은 고딕" pitchFamily="34" charset="-120"/>
              </a:rPr>
              <a:t>SHOULD  ·  9~12주차</a:t>
            </a:r>
            <a:endParaRPr lang="en-US" sz="1050" dirty="0"/>
          </a:p>
        </p:txBody>
      </p:sp>
      <p:sp>
        <p:nvSpPr>
          <p:cNvPr id="40" name="Text 38"/>
          <p:cNvSpPr txBox="1"/>
          <p:nvPr/>
        </p:nvSpPr>
        <p:spPr>
          <a:xfrm>
            <a:off x="6263640" y="1801368"/>
            <a:ext cx="2331720" cy="1325880"/>
          </a:xfrm>
          <a:prstGeom prst="rect">
            <a:avLst/>
          </a:prstGeom>
          <a:noFill/>
          <a:ln/>
        </p:spPr>
        <p:txBody>
          <a:bodyPr wrap="square" lIns="0" tIns="0" rIns="0" bIns="0" rtlCol="0" anchor="ctr"/>
          <a:lstStyle/>
          <a:p>
            <a:pPr marL="164592" indent="-164592">
              <a:spcAft>
                <a:spcPts val="699"/>
              </a:spcAft>
              <a:buSzPct val="100000"/>
              <a:buChar char="•"/>
            </a:pPr>
            <a:r>
              <a:rPr lang="en-US" sz="950" dirty="0">
                <a:solidFill>
                  <a:srgbClr val="1E2B22"/>
                </a:solidFill>
                <a:latin typeface="맑은 고딕" pitchFamily="34" charset="0"/>
                <a:ea typeface="맑은 고딕" pitchFamily="34" charset="-122"/>
                <a:cs typeface="맑은 고딕" pitchFamily="34" charset="-120"/>
              </a:rPr>
              <a:t>입양자 교육·퀴즈, 관찰 횟수 추적</a:t>
            </a:r>
            <a:endParaRPr lang="en-US" sz="950" dirty="0"/>
          </a:p>
          <a:p>
            <a:pPr marL="164592" indent="-164592">
              <a:spcAft>
                <a:spcPts val="699"/>
              </a:spcAft>
              <a:buSzPct val="100000"/>
              <a:buChar char="•"/>
            </a:pPr>
            <a:r>
              <a:rPr lang="en-US" sz="950" dirty="0">
                <a:solidFill>
                  <a:srgbClr val="1E2B22"/>
                </a:solidFill>
                <a:latin typeface="맑은 고딕" pitchFamily="34" charset="0"/>
                <a:ea typeface="맑은 고딕" pitchFamily="34" charset="-122"/>
                <a:cs typeface="맑은 고딕" pitchFamily="34" charset="-120"/>
              </a:rPr>
              <a:t>디지털 나이테 (D3.js)</a:t>
            </a:r>
            <a:endParaRPr lang="en-US" sz="950" dirty="0"/>
          </a:p>
          <a:p>
            <a:pPr marL="164592" indent="-164592">
              <a:spcAft>
                <a:spcPts val="699"/>
              </a:spcAft>
              <a:buSzPct val="100000"/>
              <a:buChar char="•"/>
            </a:pPr>
            <a:r>
              <a:rPr lang="en-US" sz="950" dirty="0">
                <a:solidFill>
                  <a:srgbClr val="1E2B22"/>
                </a:solidFill>
                <a:latin typeface="맑은 고딕" pitchFamily="34" charset="0"/>
                <a:ea typeface="맑은 고딕" pitchFamily="34" charset="-122"/>
                <a:cs typeface="맑은 고딕" pitchFamily="34" charset="-120"/>
              </a:rPr>
              <a:t>대시보드 확장: 관찰 공백·드릴다운</a:t>
            </a:r>
            <a:endParaRPr lang="en-US" sz="950" dirty="0"/>
          </a:p>
          <a:p>
            <a:pPr marL="164592" indent="-164592">
              <a:spcAft>
                <a:spcPts val="699"/>
              </a:spcAft>
              <a:buSzPct val="100000"/>
              <a:buChar char="•"/>
            </a:pPr>
            <a:r>
              <a:rPr lang="en-US" sz="950" dirty="0">
                <a:solidFill>
                  <a:srgbClr val="1E2B22"/>
                </a:solidFill>
                <a:latin typeface="맑은 고딕" pitchFamily="34" charset="0"/>
                <a:ea typeface="맑은 고딕" pitchFamily="34" charset="-122"/>
                <a:cs typeface="맑은 고딕" pitchFamily="34" charset="-120"/>
              </a:rPr>
              <a:t>관리기금 내역·기금 사용 알림</a:t>
            </a:r>
            <a:endParaRPr lang="en-US" sz="950" dirty="0"/>
          </a:p>
          <a:p>
            <a:pPr marL="164592" indent="-164592">
              <a:spcAft>
                <a:spcPts val="0"/>
              </a:spcAft>
              <a:buSzPct val="100000"/>
              <a:buChar char="•"/>
            </a:pPr>
            <a:r>
              <a:rPr lang="en-US" sz="950" dirty="0">
                <a:solidFill>
                  <a:srgbClr val="1E2B22"/>
                </a:solidFill>
                <a:latin typeface="맑은 고딕" pitchFamily="34" charset="0"/>
                <a:ea typeface="맑은 고딕" pitchFamily="34" charset="-122"/>
                <a:cs typeface="맑은 고딕" pitchFamily="34" charset="-120"/>
              </a:rPr>
              <a:t>기록 검증 (위치 확인·사진)</a:t>
            </a:r>
            <a:endParaRPr lang="en-US" sz="950" dirty="0"/>
          </a:p>
        </p:txBody>
      </p:sp>
      <p:sp>
        <p:nvSpPr>
          <p:cNvPr id="41" name="Shape 39"/>
          <p:cNvSpPr/>
          <p:nvPr/>
        </p:nvSpPr>
        <p:spPr>
          <a:xfrm>
            <a:off x="6080760" y="3337560"/>
            <a:ext cx="2606040" cy="1188720"/>
          </a:xfrm>
          <a:prstGeom prst="roundRect">
            <a:avLst>
              <a:gd name="adj" fmla="val 6154"/>
            </a:avLst>
          </a:prstGeom>
          <a:solidFill>
            <a:srgbClr val="F3F5F2"/>
          </a:solidFill>
          <a:ln/>
        </p:spPr>
        <p:txBody>
          <a:bodyPr/>
          <a:lstStyle/>
          <a:p>
            <a:endParaRPr lang="ko-KR" altLang="en-US"/>
          </a:p>
        </p:txBody>
      </p:sp>
      <p:sp>
        <p:nvSpPr>
          <p:cNvPr id="42" name="Text 40"/>
          <p:cNvSpPr txBox="1"/>
          <p:nvPr/>
        </p:nvSpPr>
        <p:spPr>
          <a:xfrm>
            <a:off x="6263640" y="3447288"/>
            <a:ext cx="2286000" cy="237744"/>
          </a:xfrm>
          <a:prstGeom prst="rect">
            <a:avLst/>
          </a:prstGeom>
          <a:noFill/>
          <a:ln/>
        </p:spPr>
        <p:txBody>
          <a:bodyPr wrap="square" lIns="0" tIns="0" rIns="0" bIns="0" rtlCol="0" anchor="ctr"/>
          <a:lstStyle/>
          <a:p>
            <a:pPr marL="0" indent="0">
              <a:buNone/>
            </a:pPr>
            <a:r>
              <a:rPr lang="en-US" sz="1050" b="1" dirty="0">
                <a:solidFill>
                  <a:srgbClr val="5B6B60"/>
                </a:solidFill>
                <a:latin typeface="맑은 고딕" pitchFamily="34" charset="0"/>
                <a:ea typeface="맑은 고딕" pitchFamily="34" charset="-122"/>
                <a:cs typeface="맑은 고딕" pitchFamily="34" charset="-120"/>
              </a:rPr>
              <a:t>COULD  ·  여유 시</a:t>
            </a:r>
            <a:endParaRPr lang="en-US" sz="1050" dirty="0"/>
          </a:p>
        </p:txBody>
      </p:sp>
      <p:sp>
        <p:nvSpPr>
          <p:cNvPr id="43" name="Text 41"/>
          <p:cNvSpPr txBox="1"/>
          <p:nvPr/>
        </p:nvSpPr>
        <p:spPr>
          <a:xfrm>
            <a:off x="6263640" y="3721608"/>
            <a:ext cx="2331720" cy="731520"/>
          </a:xfrm>
          <a:prstGeom prst="rect">
            <a:avLst/>
          </a:prstGeom>
          <a:noFill/>
          <a:ln/>
        </p:spPr>
        <p:txBody>
          <a:bodyPr wrap="square" lIns="0" tIns="0" rIns="0" bIns="0" rtlCol="0" anchor="ctr"/>
          <a:lstStyle/>
          <a:p>
            <a:pPr marL="164592" indent="-164592">
              <a:spcAft>
                <a:spcPts val="699"/>
              </a:spcAft>
              <a:buSzPct val="100000"/>
              <a:buChar char="•"/>
            </a:pPr>
            <a:r>
              <a:rPr lang="en-US" sz="950" dirty="0">
                <a:solidFill>
                  <a:srgbClr val="1E2B22"/>
                </a:solidFill>
                <a:latin typeface="맑은 고딕" pitchFamily="34" charset="0"/>
                <a:ea typeface="맑은 고딕" pitchFamily="34" charset="-122"/>
                <a:cs typeface="맑은 고딕" pitchFamily="34" charset="-120"/>
              </a:rPr>
              <a:t>SBT 발급·배지·프로필</a:t>
            </a:r>
            <a:endParaRPr lang="en-US" sz="950" dirty="0"/>
          </a:p>
          <a:p>
            <a:pPr marL="164592" indent="-164592">
              <a:spcAft>
                <a:spcPts val="699"/>
              </a:spcAft>
              <a:buSzPct val="100000"/>
              <a:buChar char="•"/>
            </a:pPr>
            <a:r>
              <a:rPr lang="en-US" sz="950" dirty="0">
                <a:solidFill>
                  <a:srgbClr val="1E2B22"/>
                </a:solidFill>
                <a:latin typeface="맑은 고딕" pitchFamily="34" charset="0"/>
                <a:ea typeface="맑은 고딕" pitchFamily="34" charset="-122"/>
                <a:cs typeface="맑은 고딕" pitchFamily="34" charset="-120"/>
              </a:rPr>
              <a:t>타임캡슐·사계절 사진</a:t>
            </a:r>
            <a:endParaRPr lang="en-US" sz="950" dirty="0"/>
          </a:p>
          <a:p>
            <a:pPr marL="164592" indent="-164592">
              <a:spcAft>
                <a:spcPts val="0"/>
              </a:spcAft>
              <a:buSzPct val="100000"/>
              <a:buChar char="•"/>
            </a:pPr>
            <a:r>
              <a:rPr lang="en-US" sz="950" dirty="0">
                <a:solidFill>
                  <a:srgbClr val="1E2B22"/>
                </a:solidFill>
                <a:latin typeface="맑은 고딕" pitchFamily="34" charset="0"/>
                <a:ea typeface="맑은 고딕" pitchFamily="34" charset="-122"/>
                <a:cs typeface="맑은 고딕" pitchFamily="34" charset="-120"/>
              </a:rPr>
              <a:t>QR 명판 디자인, 관찰 공백 입양비 할인</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47472"/>
            <a:ext cx="310896" cy="310896"/>
          </a:xfrm>
          <a:prstGeom prst="ellipse">
            <a:avLst/>
          </a:prstGeom>
          <a:solidFill>
            <a:srgbClr val="1F4D2B"/>
          </a:solidFill>
          <a:ln/>
        </p:spPr>
        <p:txBody>
          <a:bodyPr/>
          <a:lstStyle/>
          <a:p>
            <a:endParaRPr lang="ko-KR" altLang="en-US"/>
          </a:p>
        </p:txBody>
      </p:sp>
      <p:sp>
        <p:nvSpPr>
          <p:cNvPr id="3" name="Text 1"/>
          <p:cNvSpPr txBox="1"/>
          <p:nvPr/>
        </p:nvSpPr>
        <p:spPr>
          <a:xfrm>
            <a:off x="457200" y="347472"/>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6</a:t>
            </a:r>
            <a:endParaRPr lang="en-US" sz="1200" dirty="0"/>
          </a:p>
        </p:txBody>
      </p:sp>
      <p:sp>
        <p:nvSpPr>
          <p:cNvPr id="4" name="Text 2"/>
          <p:cNvSpPr txBox="1"/>
          <p:nvPr/>
        </p:nvSpPr>
        <p:spPr>
          <a:xfrm>
            <a:off x="868680" y="347472"/>
            <a:ext cx="2743200" cy="310896"/>
          </a:xfrm>
          <a:prstGeom prst="rect">
            <a:avLst/>
          </a:prstGeom>
          <a:noFill/>
          <a:ln/>
        </p:spPr>
        <p:txBody>
          <a:bodyPr wrap="square" lIns="0" tIns="0" rIns="0" bIns="0" rtlCol="0" anchor="ctr"/>
          <a:lstStyle/>
          <a:p>
            <a:pPr marL="0" indent="0">
              <a:buNone/>
            </a:pPr>
            <a:r>
              <a:rPr lang="en-US" sz="1200" b="1" dirty="0">
                <a:solidFill>
                  <a:srgbClr val="6FA35A"/>
                </a:solidFill>
                <a:latin typeface="맑은 고딕" pitchFamily="34" charset="0"/>
                <a:ea typeface="맑은 고딕" pitchFamily="34" charset="-122"/>
                <a:cs typeface="맑은 고딕" pitchFamily="34" charset="-120"/>
              </a:rPr>
              <a:t>입양자 여정</a:t>
            </a:r>
            <a:endParaRPr lang="en-US" sz="1200" dirty="0"/>
          </a:p>
        </p:txBody>
      </p:sp>
      <p:sp>
        <p:nvSpPr>
          <p:cNvPr id="5" name="Text 3"/>
          <p:cNvSpPr txBox="1"/>
          <p:nvPr/>
        </p:nvSpPr>
        <p:spPr>
          <a:xfrm>
            <a:off x="457200" y="749808"/>
            <a:ext cx="8229600" cy="548640"/>
          </a:xfrm>
          <a:prstGeom prst="rect">
            <a:avLst/>
          </a:prstGeom>
          <a:noFill/>
          <a:ln/>
        </p:spPr>
        <p:txBody>
          <a:bodyPr wrap="square" lIns="0" tIns="0" rIns="0" bIns="0" rtlCol="0" anchor="ctr"/>
          <a:lstStyle/>
          <a:p>
            <a:pPr marL="0" indent="0">
              <a:buNone/>
            </a:pPr>
            <a:r>
              <a:rPr lang="en-US" sz="2400" b="1" dirty="0">
                <a:solidFill>
                  <a:srgbClr val="1F4D2B"/>
                </a:solidFill>
                <a:latin typeface="맑은 고딕" pitchFamily="34" charset="0"/>
                <a:ea typeface="맑은 고딕" pitchFamily="34" charset="-122"/>
                <a:cs typeface="맑은 고딕" pitchFamily="34" charset="-120"/>
              </a:rPr>
              <a:t>입양자는 1년 동안 한 나무와 관계를 쌓는다</a:t>
            </a:r>
            <a:endParaRPr lang="en-US" sz="2400" dirty="0"/>
          </a:p>
        </p:txBody>
      </p:sp>
      <p:sp>
        <p:nvSpPr>
          <p:cNvPr id="6" name="Text 4"/>
          <p:cNvSpPr txBox="1"/>
          <p:nvPr/>
        </p:nvSpPr>
        <p:spPr>
          <a:xfrm>
            <a:off x="5943600" y="4800600"/>
            <a:ext cx="2743200" cy="201168"/>
          </a:xfrm>
          <a:prstGeom prst="rect">
            <a:avLst/>
          </a:prstGeom>
          <a:noFill/>
          <a:ln/>
        </p:spPr>
        <p:txBody>
          <a:bodyPr wrap="square" lIns="0" tIns="0" rIns="0" bIns="0" rtlCol="0" anchor="ctr"/>
          <a:lstStyle/>
          <a:p>
            <a:pPr marL="0" indent="0" algn="r">
              <a:buNone/>
            </a:pPr>
            <a:r>
              <a:rPr lang="en-US" sz="800" dirty="0">
                <a:solidFill>
                  <a:srgbClr val="5B6B60"/>
                </a:solidFill>
                <a:latin typeface="맑은 고딕" pitchFamily="34" charset="0"/>
                <a:ea typeface="맑은 고딕" pitchFamily="34" charset="-122"/>
                <a:cs typeface="맑은 고딕" pitchFamily="34" charset="-120"/>
              </a:rPr>
              <a:t>서울 TreeMate  |  6 / 10</a:t>
            </a:r>
            <a:endParaRPr lang="en-US" sz="800" dirty="0"/>
          </a:p>
        </p:txBody>
      </p:sp>
      <p:sp>
        <p:nvSpPr>
          <p:cNvPr id="7" name="Shape 5"/>
          <p:cNvSpPr/>
          <p:nvPr/>
        </p:nvSpPr>
        <p:spPr>
          <a:xfrm>
            <a:off x="1106424" y="1709928"/>
            <a:ext cx="6949440" cy="0"/>
          </a:xfrm>
          <a:prstGeom prst="line">
            <a:avLst/>
          </a:prstGeom>
          <a:noFill/>
          <a:ln w="38100">
            <a:solidFill>
              <a:srgbClr val="D5E8CB"/>
            </a:solidFill>
            <a:prstDash val="solid"/>
          </a:ln>
        </p:spPr>
        <p:txBody>
          <a:bodyPr/>
          <a:lstStyle/>
          <a:p>
            <a:endParaRPr lang="ko-KR" altLang="en-US"/>
          </a:p>
        </p:txBody>
      </p:sp>
      <p:sp>
        <p:nvSpPr>
          <p:cNvPr id="8" name="Shape 6"/>
          <p:cNvSpPr/>
          <p:nvPr/>
        </p:nvSpPr>
        <p:spPr>
          <a:xfrm>
            <a:off x="905256" y="1508760"/>
            <a:ext cx="402336" cy="402336"/>
          </a:xfrm>
          <a:prstGeom prst="ellipse">
            <a:avLst/>
          </a:prstGeom>
          <a:solidFill>
            <a:srgbClr val="1F4D2B"/>
          </a:solidFill>
          <a:ln/>
        </p:spPr>
        <p:txBody>
          <a:bodyPr/>
          <a:lstStyle/>
          <a:p>
            <a:endParaRPr lang="ko-KR" altLang="en-US"/>
          </a:p>
        </p:txBody>
      </p:sp>
      <p:sp>
        <p:nvSpPr>
          <p:cNvPr id="9" name="Text 7"/>
          <p:cNvSpPr txBox="1"/>
          <p:nvPr/>
        </p:nvSpPr>
        <p:spPr>
          <a:xfrm>
            <a:off x="905256" y="1508760"/>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1</a:t>
            </a:r>
            <a:endParaRPr lang="en-US" sz="1300" dirty="0"/>
          </a:p>
        </p:txBody>
      </p:sp>
      <p:sp>
        <p:nvSpPr>
          <p:cNvPr id="10" name="Text 8"/>
          <p:cNvSpPr txBox="1"/>
          <p:nvPr/>
        </p:nvSpPr>
        <p:spPr>
          <a:xfrm>
            <a:off x="457200" y="1984248"/>
            <a:ext cx="1298448" cy="256032"/>
          </a:xfrm>
          <a:prstGeom prst="rect">
            <a:avLst/>
          </a:prstGeom>
          <a:noFill/>
          <a:ln/>
        </p:spPr>
        <p:txBody>
          <a:bodyPr wrap="square" lIns="0" tIns="0" rIns="0" bIns="0" rtlCol="0" anchor="ctr"/>
          <a:lstStyle/>
          <a:p>
            <a:pPr marL="0" indent="0" algn="ctr">
              <a:buNone/>
            </a:pPr>
            <a:r>
              <a:rPr lang="en-US" sz="1150" b="1" dirty="0">
                <a:solidFill>
                  <a:srgbClr val="1F4D2B"/>
                </a:solidFill>
                <a:latin typeface="맑은 고딕" pitchFamily="34" charset="0"/>
                <a:ea typeface="맑은 고딕" pitchFamily="34" charset="-122"/>
                <a:cs typeface="맑은 고딕" pitchFamily="34" charset="-120"/>
              </a:rPr>
              <a:t>나무 고르기</a:t>
            </a:r>
            <a:endParaRPr lang="en-US" sz="1150" dirty="0"/>
          </a:p>
        </p:txBody>
      </p:sp>
      <p:sp>
        <p:nvSpPr>
          <p:cNvPr id="11" name="Text 9"/>
          <p:cNvSpPr txBox="1"/>
          <p:nvPr/>
        </p:nvSpPr>
        <p:spPr>
          <a:xfrm>
            <a:off x="457200" y="2258568"/>
            <a:ext cx="1298448" cy="457200"/>
          </a:xfrm>
          <a:prstGeom prst="rect">
            <a:avLst/>
          </a:prstGeom>
          <a:noFill/>
          <a:ln/>
        </p:spPr>
        <p:txBody>
          <a:bodyPr wrap="square" lIns="0" tIns="0" rIns="0" bIns="0" rtlCol="0" anchor="t"/>
          <a:lstStyle/>
          <a:p>
            <a:pPr marL="0" indent="0" algn="ctr">
              <a:buNone/>
            </a:pPr>
            <a:r>
              <a:rPr lang="en-US" sz="900" dirty="0">
                <a:solidFill>
                  <a:srgbClr val="5B6B60"/>
                </a:solidFill>
                <a:latin typeface="맑은 고딕" pitchFamily="34" charset="0"/>
                <a:ea typeface="맑은 고딕" pitchFamily="34" charset="-122"/>
                <a:cs typeface="맑은 고딕" pitchFamily="34" charset="-120"/>
              </a:rPr>
              <a:t>지도에서 선택</a:t>
            </a:r>
            <a:endParaRPr lang="en-US" sz="900" dirty="0"/>
          </a:p>
          <a:p>
            <a:pPr marL="0" indent="0" algn="ctr">
              <a:buNone/>
            </a:pPr>
            <a:r>
              <a:rPr lang="en-US" sz="900" dirty="0">
                <a:solidFill>
                  <a:srgbClr val="5B6B60"/>
                </a:solidFill>
                <a:latin typeface="맑은 고딕" pitchFamily="34" charset="0"/>
                <a:ea typeface="맑은 고딕" pitchFamily="34" charset="-122"/>
                <a:cs typeface="맑은 고딕" pitchFamily="34" charset="-120"/>
              </a:rPr>
              <a:t>관찰 공백 우선 노출</a:t>
            </a:r>
            <a:endParaRPr lang="en-US" sz="900" dirty="0"/>
          </a:p>
        </p:txBody>
      </p:sp>
      <p:sp>
        <p:nvSpPr>
          <p:cNvPr id="12" name="Shape 10"/>
          <p:cNvSpPr/>
          <p:nvPr/>
        </p:nvSpPr>
        <p:spPr>
          <a:xfrm>
            <a:off x="2295144" y="1508760"/>
            <a:ext cx="402336" cy="402336"/>
          </a:xfrm>
          <a:prstGeom prst="ellipse">
            <a:avLst/>
          </a:prstGeom>
          <a:solidFill>
            <a:srgbClr val="1F4D2B"/>
          </a:solidFill>
          <a:ln/>
        </p:spPr>
        <p:txBody>
          <a:bodyPr/>
          <a:lstStyle/>
          <a:p>
            <a:endParaRPr lang="ko-KR" altLang="en-US"/>
          </a:p>
        </p:txBody>
      </p:sp>
      <p:sp>
        <p:nvSpPr>
          <p:cNvPr id="13" name="Text 11"/>
          <p:cNvSpPr txBox="1"/>
          <p:nvPr/>
        </p:nvSpPr>
        <p:spPr>
          <a:xfrm>
            <a:off x="2295144" y="1508760"/>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2</a:t>
            </a:r>
            <a:endParaRPr lang="en-US" sz="1300" dirty="0"/>
          </a:p>
        </p:txBody>
      </p:sp>
      <p:sp>
        <p:nvSpPr>
          <p:cNvPr id="14" name="Text 12"/>
          <p:cNvSpPr txBox="1"/>
          <p:nvPr/>
        </p:nvSpPr>
        <p:spPr>
          <a:xfrm>
            <a:off x="1847088" y="1984248"/>
            <a:ext cx="1298448" cy="256032"/>
          </a:xfrm>
          <a:prstGeom prst="rect">
            <a:avLst/>
          </a:prstGeom>
          <a:noFill/>
          <a:ln/>
        </p:spPr>
        <p:txBody>
          <a:bodyPr wrap="square" lIns="0" tIns="0" rIns="0" bIns="0" rtlCol="0" anchor="ctr"/>
          <a:lstStyle/>
          <a:p>
            <a:pPr marL="0" indent="0" algn="ctr">
              <a:buNone/>
            </a:pPr>
            <a:r>
              <a:rPr lang="en-US" sz="1150" b="1" dirty="0">
                <a:solidFill>
                  <a:srgbClr val="1F4D2B"/>
                </a:solidFill>
                <a:latin typeface="맑은 고딕" pitchFamily="34" charset="0"/>
                <a:ea typeface="맑은 고딕" pitchFamily="34" charset="-122"/>
                <a:cs typeface="맑은 고딕" pitchFamily="34" charset="-120"/>
              </a:rPr>
              <a:t>입양비 납부</a:t>
            </a:r>
            <a:endParaRPr lang="en-US" sz="1150" dirty="0"/>
          </a:p>
        </p:txBody>
      </p:sp>
      <p:sp>
        <p:nvSpPr>
          <p:cNvPr id="15" name="Text 13"/>
          <p:cNvSpPr txBox="1"/>
          <p:nvPr/>
        </p:nvSpPr>
        <p:spPr>
          <a:xfrm>
            <a:off x="1847088" y="2258568"/>
            <a:ext cx="1298448" cy="457200"/>
          </a:xfrm>
          <a:prstGeom prst="rect">
            <a:avLst/>
          </a:prstGeom>
          <a:noFill/>
          <a:ln/>
        </p:spPr>
        <p:txBody>
          <a:bodyPr wrap="square" lIns="0" tIns="0" rIns="0" bIns="0" rtlCol="0" anchor="t"/>
          <a:lstStyle/>
          <a:p>
            <a:pPr marL="0" indent="0" algn="ctr">
              <a:buNone/>
            </a:pPr>
            <a:r>
              <a:rPr lang="en-US" sz="900" dirty="0">
                <a:solidFill>
                  <a:srgbClr val="5B6B60"/>
                </a:solidFill>
                <a:latin typeface="맑은 고딕" pitchFamily="34" charset="0"/>
                <a:ea typeface="맑은 고딕" pitchFamily="34" charset="-122"/>
                <a:cs typeface="맑은 고딕" pitchFamily="34" charset="-120"/>
              </a:rPr>
              <a:t>모의 결제</a:t>
            </a:r>
            <a:endParaRPr lang="en-US" sz="900" dirty="0"/>
          </a:p>
          <a:p>
            <a:pPr marL="0" indent="0" algn="ctr">
              <a:buNone/>
            </a:pPr>
            <a:r>
              <a:rPr lang="en-US" sz="900" dirty="0">
                <a:solidFill>
                  <a:srgbClr val="5B6B60"/>
                </a:solidFill>
                <a:latin typeface="맑은 고딕" pitchFamily="34" charset="0"/>
                <a:ea typeface="맑은 고딕" pitchFamily="34" charset="-122"/>
                <a:cs typeface="맑은 고딕" pitchFamily="34" charset="-120"/>
              </a:rPr>
              <a:t>명판 + 관리기금</a:t>
            </a:r>
            <a:endParaRPr lang="en-US" sz="900" dirty="0"/>
          </a:p>
        </p:txBody>
      </p:sp>
      <p:sp>
        <p:nvSpPr>
          <p:cNvPr id="16" name="Shape 14"/>
          <p:cNvSpPr/>
          <p:nvPr/>
        </p:nvSpPr>
        <p:spPr>
          <a:xfrm>
            <a:off x="3685032" y="1508760"/>
            <a:ext cx="402336" cy="402336"/>
          </a:xfrm>
          <a:prstGeom prst="ellipse">
            <a:avLst/>
          </a:prstGeom>
          <a:solidFill>
            <a:srgbClr val="1F4D2B"/>
          </a:solidFill>
          <a:ln/>
        </p:spPr>
        <p:txBody>
          <a:bodyPr/>
          <a:lstStyle/>
          <a:p>
            <a:endParaRPr lang="ko-KR" altLang="en-US"/>
          </a:p>
        </p:txBody>
      </p:sp>
      <p:sp>
        <p:nvSpPr>
          <p:cNvPr id="17" name="Text 15"/>
          <p:cNvSpPr txBox="1"/>
          <p:nvPr/>
        </p:nvSpPr>
        <p:spPr>
          <a:xfrm>
            <a:off x="3685032" y="1508760"/>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3</a:t>
            </a:r>
            <a:endParaRPr lang="en-US" sz="1300" dirty="0"/>
          </a:p>
        </p:txBody>
      </p:sp>
      <p:sp>
        <p:nvSpPr>
          <p:cNvPr id="18" name="Text 16"/>
          <p:cNvSpPr txBox="1"/>
          <p:nvPr/>
        </p:nvSpPr>
        <p:spPr>
          <a:xfrm>
            <a:off x="3236976" y="1984248"/>
            <a:ext cx="1298448" cy="256032"/>
          </a:xfrm>
          <a:prstGeom prst="rect">
            <a:avLst/>
          </a:prstGeom>
          <a:noFill/>
          <a:ln/>
        </p:spPr>
        <p:txBody>
          <a:bodyPr wrap="square" lIns="0" tIns="0" rIns="0" bIns="0" rtlCol="0" anchor="ctr"/>
          <a:lstStyle/>
          <a:p>
            <a:pPr marL="0" indent="0" algn="ctr">
              <a:buNone/>
            </a:pPr>
            <a:r>
              <a:rPr lang="en-US" sz="1150" b="1" dirty="0">
                <a:solidFill>
                  <a:srgbClr val="1F4D2B"/>
                </a:solidFill>
                <a:latin typeface="맑은 고딕" pitchFamily="34" charset="0"/>
                <a:ea typeface="맑은 고딕" pitchFamily="34" charset="-122"/>
                <a:cs typeface="맑은 고딕" pitchFamily="34" charset="-120"/>
              </a:rPr>
              <a:t>교육 이수</a:t>
            </a:r>
            <a:endParaRPr lang="en-US" sz="1150" dirty="0"/>
          </a:p>
        </p:txBody>
      </p:sp>
      <p:sp>
        <p:nvSpPr>
          <p:cNvPr id="19" name="Text 17"/>
          <p:cNvSpPr txBox="1"/>
          <p:nvPr/>
        </p:nvSpPr>
        <p:spPr>
          <a:xfrm>
            <a:off x="3236976" y="2258568"/>
            <a:ext cx="1298448" cy="457200"/>
          </a:xfrm>
          <a:prstGeom prst="rect">
            <a:avLst/>
          </a:prstGeom>
          <a:noFill/>
          <a:ln/>
        </p:spPr>
        <p:txBody>
          <a:bodyPr wrap="square" lIns="0" tIns="0" rIns="0" bIns="0" rtlCol="0" anchor="t"/>
          <a:lstStyle/>
          <a:p>
            <a:pPr marL="0" indent="0" algn="ctr">
              <a:buNone/>
            </a:pPr>
            <a:r>
              <a:rPr lang="en-US" sz="900" dirty="0">
                <a:solidFill>
                  <a:srgbClr val="5B6B60"/>
                </a:solidFill>
                <a:latin typeface="맑은 고딕" pitchFamily="34" charset="0"/>
                <a:ea typeface="맑은 고딕" pitchFamily="34" charset="-122"/>
                <a:cs typeface="맑은 고딕" pitchFamily="34" charset="-120"/>
              </a:rPr>
              <a:t>8개 항목 약 10분</a:t>
            </a:r>
            <a:endParaRPr lang="en-US" sz="900" dirty="0"/>
          </a:p>
          <a:p>
            <a:pPr marL="0" indent="0" algn="ctr">
              <a:buNone/>
            </a:pPr>
            <a:r>
              <a:rPr lang="en-US" sz="900" dirty="0">
                <a:solidFill>
                  <a:srgbClr val="5B6B60"/>
                </a:solidFill>
                <a:latin typeface="맑은 고딕" pitchFamily="34" charset="0"/>
                <a:ea typeface="맑은 고딕" pitchFamily="34" charset="-122"/>
                <a:cs typeface="맑은 고딕" pitchFamily="34" charset="-120"/>
              </a:rPr>
              <a:t>퀴즈 8/10 + 안전 필수</a:t>
            </a:r>
            <a:endParaRPr lang="en-US" sz="900" dirty="0"/>
          </a:p>
        </p:txBody>
      </p:sp>
      <p:sp>
        <p:nvSpPr>
          <p:cNvPr id="20" name="Shape 18"/>
          <p:cNvSpPr/>
          <p:nvPr/>
        </p:nvSpPr>
        <p:spPr>
          <a:xfrm>
            <a:off x="5074920" y="1508760"/>
            <a:ext cx="402336" cy="402336"/>
          </a:xfrm>
          <a:prstGeom prst="ellipse">
            <a:avLst/>
          </a:prstGeom>
          <a:solidFill>
            <a:srgbClr val="1F4D2B"/>
          </a:solidFill>
          <a:ln/>
        </p:spPr>
        <p:txBody>
          <a:bodyPr/>
          <a:lstStyle/>
          <a:p>
            <a:endParaRPr lang="ko-KR" altLang="en-US"/>
          </a:p>
        </p:txBody>
      </p:sp>
      <p:sp>
        <p:nvSpPr>
          <p:cNvPr id="21" name="Text 19"/>
          <p:cNvSpPr txBox="1"/>
          <p:nvPr/>
        </p:nvSpPr>
        <p:spPr>
          <a:xfrm>
            <a:off x="5074920" y="1508760"/>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4</a:t>
            </a:r>
            <a:endParaRPr lang="en-US" sz="1300" dirty="0"/>
          </a:p>
        </p:txBody>
      </p:sp>
      <p:sp>
        <p:nvSpPr>
          <p:cNvPr id="22" name="Text 20"/>
          <p:cNvSpPr txBox="1"/>
          <p:nvPr/>
        </p:nvSpPr>
        <p:spPr>
          <a:xfrm>
            <a:off x="4626864" y="1984248"/>
            <a:ext cx="1298448" cy="256032"/>
          </a:xfrm>
          <a:prstGeom prst="rect">
            <a:avLst/>
          </a:prstGeom>
          <a:noFill/>
          <a:ln/>
        </p:spPr>
        <p:txBody>
          <a:bodyPr wrap="square" lIns="0" tIns="0" rIns="0" bIns="0" rtlCol="0" anchor="ctr"/>
          <a:lstStyle/>
          <a:p>
            <a:pPr marL="0" indent="0" algn="ctr">
              <a:buNone/>
            </a:pPr>
            <a:r>
              <a:rPr lang="en-US" sz="1150" b="1" dirty="0">
                <a:solidFill>
                  <a:srgbClr val="1F4D2B"/>
                </a:solidFill>
                <a:latin typeface="맑은 고딕" pitchFamily="34" charset="0"/>
                <a:ea typeface="맑은 고딕" pitchFamily="34" charset="-122"/>
                <a:cs typeface="맑은 고딕" pitchFamily="34" charset="-120"/>
              </a:rPr>
              <a:t>이야기 입히기</a:t>
            </a:r>
            <a:endParaRPr lang="en-US" sz="1150" dirty="0"/>
          </a:p>
        </p:txBody>
      </p:sp>
      <p:sp>
        <p:nvSpPr>
          <p:cNvPr id="23" name="Text 21"/>
          <p:cNvSpPr txBox="1"/>
          <p:nvPr/>
        </p:nvSpPr>
        <p:spPr>
          <a:xfrm>
            <a:off x="4626864" y="2258568"/>
            <a:ext cx="1298448" cy="457200"/>
          </a:xfrm>
          <a:prstGeom prst="rect">
            <a:avLst/>
          </a:prstGeom>
          <a:noFill/>
          <a:ln/>
        </p:spPr>
        <p:txBody>
          <a:bodyPr wrap="square" lIns="0" tIns="0" rIns="0" bIns="0" rtlCol="0" anchor="t"/>
          <a:lstStyle/>
          <a:p>
            <a:pPr marL="0" indent="0" algn="ctr">
              <a:buNone/>
            </a:pPr>
            <a:r>
              <a:rPr lang="en-US" sz="900" dirty="0">
                <a:solidFill>
                  <a:srgbClr val="5B6B60"/>
                </a:solidFill>
                <a:latin typeface="맑은 고딕" pitchFamily="34" charset="0"/>
                <a:ea typeface="맑은 고딕" pitchFamily="34" charset="-122"/>
                <a:cs typeface="맑은 고딕" pitchFamily="34" charset="-120"/>
              </a:rPr>
              <a:t>이름·사연·대표 사진</a:t>
            </a:r>
            <a:endParaRPr lang="en-US" sz="900" dirty="0"/>
          </a:p>
          <a:p>
            <a:pPr marL="0" indent="0" algn="ctr">
              <a:buNone/>
            </a:pPr>
            <a:r>
              <a:rPr lang="en-US" sz="900" dirty="0">
                <a:solidFill>
                  <a:srgbClr val="5B6B60"/>
                </a:solidFill>
                <a:latin typeface="맑은 고딕" pitchFamily="34" charset="0"/>
                <a:ea typeface="맑은 고딕" pitchFamily="34" charset="-122"/>
                <a:cs typeface="맑은 고딕" pitchFamily="34" charset="-120"/>
              </a:rPr>
              <a:t>임시 QR 공개</a:t>
            </a:r>
            <a:endParaRPr lang="en-US" sz="900" dirty="0"/>
          </a:p>
        </p:txBody>
      </p:sp>
      <p:sp>
        <p:nvSpPr>
          <p:cNvPr id="24" name="Shape 22"/>
          <p:cNvSpPr/>
          <p:nvPr/>
        </p:nvSpPr>
        <p:spPr>
          <a:xfrm>
            <a:off x="6464808" y="1508760"/>
            <a:ext cx="402336" cy="402336"/>
          </a:xfrm>
          <a:prstGeom prst="ellipse">
            <a:avLst/>
          </a:prstGeom>
          <a:solidFill>
            <a:srgbClr val="1F4D2B"/>
          </a:solidFill>
          <a:ln/>
        </p:spPr>
        <p:txBody>
          <a:bodyPr/>
          <a:lstStyle/>
          <a:p>
            <a:endParaRPr lang="ko-KR" altLang="en-US"/>
          </a:p>
        </p:txBody>
      </p:sp>
      <p:sp>
        <p:nvSpPr>
          <p:cNvPr id="25" name="Text 23"/>
          <p:cNvSpPr txBox="1"/>
          <p:nvPr/>
        </p:nvSpPr>
        <p:spPr>
          <a:xfrm>
            <a:off x="6464808" y="1508760"/>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5</a:t>
            </a:r>
            <a:endParaRPr lang="en-US" sz="1300" dirty="0"/>
          </a:p>
        </p:txBody>
      </p:sp>
      <p:sp>
        <p:nvSpPr>
          <p:cNvPr id="26" name="Text 24"/>
          <p:cNvSpPr txBox="1"/>
          <p:nvPr/>
        </p:nvSpPr>
        <p:spPr>
          <a:xfrm>
            <a:off x="6016752" y="1984248"/>
            <a:ext cx="1298448" cy="256032"/>
          </a:xfrm>
          <a:prstGeom prst="rect">
            <a:avLst/>
          </a:prstGeom>
          <a:noFill/>
          <a:ln/>
        </p:spPr>
        <p:txBody>
          <a:bodyPr wrap="square" lIns="0" tIns="0" rIns="0" bIns="0" rtlCol="0" anchor="ctr"/>
          <a:lstStyle/>
          <a:p>
            <a:pPr marL="0" indent="0" algn="ctr">
              <a:buNone/>
            </a:pPr>
            <a:r>
              <a:rPr lang="en-US" sz="1150" b="1" dirty="0">
                <a:solidFill>
                  <a:srgbClr val="1F4D2B"/>
                </a:solidFill>
                <a:latin typeface="맑은 고딕" pitchFamily="34" charset="0"/>
                <a:ea typeface="맑은 고딕" pitchFamily="34" charset="-122"/>
                <a:cs typeface="맑은 고딕" pitchFamily="34" charset="-120"/>
              </a:rPr>
              <a:t>1년 돌봄</a:t>
            </a:r>
            <a:endParaRPr lang="en-US" sz="1150" dirty="0"/>
          </a:p>
        </p:txBody>
      </p:sp>
      <p:sp>
        <p:nvSpPr>
          <p:cNvPr id="27" name="Text 25"/>
          <p:cNvSpPr txBox="1"/>
          <p:nvPr/>
        </p:nvSpPr>
        <p:spPr>
          <a:xfrm>
            <a:off x="6016752" y="2258568"/>
            <a:ext cx="1298448" cy="457200"/>
          </a:xfrm>
          <a:prstGeom prst="rect">
            <a:avLst/>
          </a:prstGeom>
          <a:noFill/>
          <a:ln/>
        </p:spPr>
        <p:txBody>
          <a:bodyPr wrap="square" lIns="0" tIns="0" rIns="0" bIns="0" rtlCol="0" anchor="t"/>
          <a:lstStyle/>
          <a:p>
            <a:pPr marL="0" indent="0" algn="ctr">
              <a:buNone/>
            </a:pPr>
            <a:r>
              <a:rPr lang="en-US" sz="900" dirty="0">
                <a:solidFill>
                  <a:srgbClr val="5B6B60"/>
                </a:solidFill>
                <a:latin typeface="맑은 고딕" pitchFamily="34" charset="0"/>
                <a:ea typeface="맑은 고딕" pitchFamily="34" charset="-122"/>
                <a:cs typeface="맑은 고딕" pitchFamily="34" charset="-120"/>
              </a:rPr>
              <a:t>관찰 최소 12회</a:t>
            </a:r>
            <a:endParaRPr lang="en-US" sz="900" dirty="0"/>
          </a:p>
          <a:p>
            <a:pPr marL="0" indent="0" algn="ctr">
              <a:buNone/>
            </a:pPr>
            <a:r>
              <a:rPr lang="en-US" sz="900" dirty="0">
                <a:solidFill>
                  <a:srgbClr val="5B6B60"/>
                </a:solidFill>
                <a:latin typeface="맑은 고딕" pitchFamily="34" charset="0"/>
                <a:ea typeface="맑은 고딕" pitchFamily="34" charset="-122"/>
                <a:cs typeface="맑은 고딕" pitchFamily="34" charset="-120"/>
              </a:rPr>
              <a:t>조치·기금 알림</a:t>
            </a:r>
            <a:endParaRPr lang="en-US" sz="900" dirty="0"/>
          </a:p>
        </p:txBody>
      </p:sp>
      <p:sp>
        <p:nvSpPr>
          <p:cNvPr id="28" name="Shape 26"/>
          <p:cNvSpPr/>
          <p:nvPr/>
        </p:nvSpPr>
        <p:spPr>
          <a:xfrm>
            <a:off x="7854696" y="1508760"/>
            <a:ext cx="402336" cy="402336"/>
          </a:xfrm>
          <a:prstGeom prst="ellipse">
            <a:avLst/>
          </a:prstGeom>
          <a:solidFill>
            <a:srgbClr val="E8962E"/>
          </a:solidFill>
          <a:ln/>
        </p:spPr>
        <p:txBody>
          <a:bodyPr/>
          <a:lstStyle/>
          <a:p>
            <a:endParaRPr lang="ko-KR" altLang="en-US"/>
          </a:p>
        </p:txBody>
      </p:sp>
      <p:sp>
        <p:nvSpPr>
          <p:cNvPr id="29" name="Text 27"/>
          <p:cNvSpPr txBox="1"/>
          <p:nvPr/>
        </p:nvSpPr>
        <p:spPr>
          <a:xfrm>
            <a:off x="7854696" y="1508760"/>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6</a:t>
            </a:r>
            <a:endParaRPr lang="en-US" sz="1300" dirty="0"/>
          </a:p>
        </p:txBody>
      </p:sp>
      <p:sp>
        <p:nvSpPr>
          <p:cNvPr id="30" name="Text 28"/>
          <p:cNvSpPr txBox="1"/>
          <p:nvPr/>
        </p:nvSpPr>
        <p:spPr>
          <a:xfrm>
            <a:off x="7406640" y="1984248"/>
            <a:ext cx="1298448" cy="256032"/>
          </a:xfrm>
          <a:prstGeom prst="rect">
            <a:avLst/>
          </a:prstGeom>
          <a:noFill/>
          <a:ln/>
        </p:spPr>
        <p:txBody>
          <a:bodyPr wrap="square" lIns="0" tIns="0" rIns="0" bIns="0" rtlCol="0" anchor="ctr"/>
          <a:lstStyle/>
          <a:p>
            <a:pPr marL="0" indent="0" algn="ctr">
              <a:buNone/>
            </a:pPr>
            <a:r>
              <a:rPr lang="en-US" sz="1150" b="1" dirty="0">
                <a:solidFill>
                  <a:srgbClr val="E8962E"/>
                </a:solidFill>
                <a:latin typeface="맑은 고딕" pitchFamily="34" charset="0"/>
                <a:ea typeface="맑은 고딕" pitchFamily="34" charset="-122"/>
                <a:cs typeface="맑은 고딕" pitchFamily="34" charset="-120"/>
              </a:rPr>
              <a:t>입양 기념일</a:t>
            </a:r>
            <a:endParaRPr lang="en-US" sz="1150" dirty="0"/>
          </a:p>
        </p:txBody>
      </p:sp>
      <p:sp>
        <p:nvSpPr>
          <p:cNvPr id="31" name="Text 29"/>
          <p:cNvSpPr txBox="1"/>
          <p:nvPr/>
        </p:nvSpPr>
        <p:spPr>
          <a:xfrm>
            <a:off x="7406640" y="2258568"/>
            <a:ext cx="1298448" cy="457200"/>
          </a:xfrm>
          <a:prstGeom prst="rect">
            <a:avLst/>
          </a:prstGeom>
          <a:noFill/>
          <a:ln/>
        </p:spPr>
        <p:txBody>
          <a:bodyPr wrap="square" lIns="0" tIns="0" rIns="0" bIns="0" rtlCol="0" anchor="t"/>
          <a:lstStyle/>
          <a:p>
            <a:pPr marL="0" indent="0" algn="ctr">
              <a:buNone/>
            </a:pPr>
            <a:r>
              <a:rPr lang="en-US" sz="900" dirty="0">
                <a:solidFill>
                  <a:srgbClr val="5B6B60"/>
                </a:solidFill>
                <a:latin typeface="맑은 고딕" pitchFamily="34" charset="0"/>
                <a:ea typeface="맑은 고딕" pitchFamily="34" charset="-122"/>
                <a:cs typeface="맑은 고딕" pitchFamily="34" charset="-120"/>
              </a:rPr>
              <a:t>나이테 첫 겹 완성</a:t>
            </a:r>
            <a:endParaRPr lang="en-US" sz="900" dirty="0"/>
          </a:p>
          <a:p>
            <a:pPr marL="0" indent="0" algn="ctr">
              <a:buNone/>
            </a:pPr>
            <a:r>
              <a:rPr lang="en-US" sz="900" dirty="0">
                <a:solidFill>
                  <a:srgbClr val="5B6B60"/>
                </a:solidFill>
                <a:latin typeface="맑은 고딕" pitchFamily="34" charset="0"/>
                <a:ea typeface="맑은 고딕" pitchFamily="34" charset="-122"/>
                <a:cs typeface="맑은 고딕" pitchFamily="34" charset="-120"/>
              </a:rPr>
              <a:t>명판 · SBT 발급</a:t>
            </a:r>
            <a:endParaRPr lang="en-US" sz="900" dirty="0"/>
          </a:p>
        </p:txBody>
      </p:sp>
      <p:sp>
        <p:nvSpPr>
          <p:cNvPr id="32" name="Shape 30"/>
          <p:cNvSpPr/>
          <p:nvPr/>
        </p:nvSpPr>
        <p:spPr>
          <a:xfrm>
            <a:off x="457200" y="2926080"/>
            <a:ext cx="8229600" cy="1691640"/>
          </a:xfrm>
          <a:prstGeom prst="roundRect">
            <a:avLst>
              <a:gd name="adj" fmla="val 4324"/>
            </a:avLst>
          </a:prstGeom>
          <a:solidFill>
            <a:srgbClr val="EAF3E4"/>
          </a:solidFill>
          <a:ln/>
        </p:spPr>
        <p:txBody>
          <a:bodyPr/>
          <a:lstStyle/>
          <a:p>
            <a:endParaRPr lang="ko-KR" altLang="en-US"/>
          </a:p>
        </p:txBody>
      </p:sp>
      <p:sp>
        <p:nvSpPr>
          <p:cNvPr id="33" name="Shape 31"/>
          <p:cNvSpPr/>
          <p:nvPr/>
        </p:nvSpPr>
        <p:spPr>
          <a:xfrm>
            <a:off x="704088" y="3063240"/>
            <a:ext cx="1426464" cy="1426464"/>
          </a:xfrm>
          <a:prstGeom prst="ellipse">
            <a:avLst/>
          </a:prstGeom>
          <a:solidFill>
            <a:srgbClr val="C9A26B"/>
          </a:solidFill>
          <a:ln w="9525">
            <a:solidFill>
              <a:srgbClr val="7A5530"/>
            </a:solidFill>
            <a:prstDash val="solid"/>
          </a:ln>
        </p:spPr>
        <p:txBody>
          <a:bodyPr/>
          <a:lstStyle/>
          <a:p>
            <a:endParaRPr lang="ko-KR" altLang="en-US"/>
          </a:p>
        </p:txBody>
      </p:sp>
      <p:sp>
        <p:nvSpPr>
          <p:cNvPr id="34" name="Shape 32"/>
          <p:cNvSpPr/>
          <p:nvPr/>
        </p:nvSpPr>
        <p:spPr>
          <a:xfrm>
            <a:off x="868680" y="3227832"/>
            <a:ext cx="1097280" cy="1097280"/>
          </a:xfrm>
          <a:prstGeom prst="ellipse">
            <a:avLst/>
          </a:prstGeom>
          <a:solidFill>
            <a:srgbClr val="B5884E"/>
          </a:solidFill>
          <a:ln w="9525">
            <a:solidFill>
              <a:srgbClr val="7A5530"/>
            </a:solidFill>
            <a:prstDash val="solid"/>
          </a:ln>
        </p:spPr>
        <p:txBody>
          <a:bodyPr/>
          <a:lstStyle/>
          <a:p>
            <a:endParaRPr lang="ko-KR" altLang="en-US"/>
          </a:p>
        </p:txBody>
      </p:sp>
      <p:sp>
        <p:nvSpPr>
          <p:cNvPr id="35" name="Shape 33"/>
          <p:cNvSpPr/>
          <p:nvPr/>
        </p:nvSpPr>
        <p:spPr>
          <a:xfrm>
            <a:off x="1033272" y="3392424"/>
            <a:ext cx="768096" cy="768096"/>
          </a:xfrm>
          <a:prstGeom prst="ellipse">
            <a:avLst/>
          </a:prstGeom>
          <a:solidFill>
            <a:srgbClr val="D8B88A"/>
          </a:solidFill>
          <a:ln w="9525">
            <a:solidFill>
              <a:srgbClr val="7A5530"/>
            </a:solidFill>
            <a:prstDash val="solid"/>
          </a:ln>
        </p:spPr>
        <p:txBody>
          <a:bodyPr/>
          <a:lstStyle/>
          <a:p>
            <a:endParaRPr lang="ko-KR" altLang="en-US"/>
          </a:p>
        </p:txBody>
      </p:sp>
      <p:sp>
        <p:nvSpPr>
          <p:cNvPr id="36" name="Shape 34"/>
          <p:cNvSpPr/>
          <p:nvPr/>
        </p:nvSpPr>
        <p:spPr>
          <a:xfrm>
            <a:off x="1197864" y="3557016"/>
            <a:ext cx="438912" cy="438912"/>
          </a:xfrm>
          <a:prstGeom prst="ellipse">
            <a:avLst/>
          </a:prstGeom>
          <a:solidFill>
            <a:srgbClr val="9C7040"/>
          </a:solidFill>
          <a:ln w="9525">
            <a:solidFill>
              <a:srgbClr val="7A5530"/>
            </a:solidFill>
            <a:prstDash val="solid"/>
          </a:ln>
        </p:spPr>
        <p:txBody>
          <a:bodyPr/>
          <a:lstStyle/>
          <a:p>
            <a:endParaRPr lang="ko-KR" altLang="en-US"/>
          </a:p>
        </p:txBody>
      </p:sp>
      <p:sp>
        <p:nvSpPr>
          <p:cNvPr id="37" name="Shape 35"/>
          <p:cNvSpPr/>
          <p:nvPr/>
        </p:nvSpPr>
        <p:spPr>
          <a:xfrm>
            <a:off x="1828800" y="3273552"/>
            <a:ext cx="91440" cy="91440"/>
          </a:xfrm>
          <a:prstGeom prst="ellipse">
            <a:avLst/>
          </a:prstGeom>
          <a:solidFill>
            <a:srgbClr val="1F4D2B"/>
          </a:solidFill>
          <a:ln/>
        </p:spPr>
        <p:txBody>
          <a:bodyPr/>
          <a:lstStyle/>
          <a:p>
            <a:endParaRPr lang="ko-KR" altLang="en-US"/>
          </a:p>
        </p:txBody>
      </p:sp>
      <p:sp>
        <p:nvSpPr>
          <p:cNvPr id="38" name="Shape 36"/>
          <p:cNvSpPr/>
          <p:nvPr/>
        </p:nvSpPr>
        <p:spPr>
          <a:xfrm>
            <a:off x="868680" y="3867912"/>
            <a:ext cx="91440" cy="91440"/>
          </a:xfrm>
          <a:prstGeom prst="ellipse">
            <a:avLst/>
          </a:prstGeom>
          <a:solidFill>
            <a:srgbClr val="1F4D2B"/>
          </a:solidFill>
          <a:ln/>
        </p:spPr>
        <p:txBody>
          <a:bodyPr/>
          <a:lstStyle/>
          <a:p>
            <a:endParaRPr lang="ko-KR" altLang="en-US"/>
          </a:p>
        </p:txBody>
      </p:sp>
      <p:sp>
        <p:nvSpPr>
          <p:cNvPr id="39" name="Shape 37"/>
          <p:cNvSpPr/>
          <p:nvPr/>
        </p:nvSpPr>
        <p:spPr>
          <a:xfrm>
            <a:off x="1600200" y="4233672"/>
            <a:ext cx="91440" cy="91440"/>
          </a:xfrm>
          <a:prstGeom prst="ellipse">
            <a:avLst/>
          </a:prstGeom>
          <a:solidFill>
            <a:srgbClr val="1F4D2B"/>
          </a:solidFill>
          <a:ln/>
        </p:spPr>
        <p:txBody>
          <a:bodyPr/>
          <a:lstStyle/>
          <a:p>
            <a:endParaRPr lang="ko-KR" altLang="en-US"/>
          </a:p>
        </p:txBody>
      </p:sp>
      <p:sp>
        <p:nvSpPr>
          <p:cNvPr id="40" name="Text 38"/>
          <p:cNvSpPr txBox="1"/>
          <p:nvPr/>
        </p:nvSpPr>
        <p:spPr>
          <a:xfrm>
            <a:off x="2423160" y="3090672"/>
            <a:ext cx="2743200" cy="274320"/>
          </a:xfrm>
          <a:prstGeom prst="rect">
            <a:avLst/>
          </a:prstGeom>
          <a:noFill/>
          <a:ln/>
        </p:spPr>
        <p:txBody>
          <a:bodyPr wrap="square" lIns="0" tIns="0" rIns="0" bIns="0" rtlCol="0" anchor="ctr"/>
          <a:lstStyle/>
          <a:p>
            <a:pPr marL="0" indent="0">
              <a:buNone/>
            </a:pPr>
            <a:r>
              <a:rPr lang="en-US" sz="1400" b="1" dirty="0">
                <a:solidFill>
                  <a:srgbClr val="1F4D2B"/>
                </a:solidFill>
                <a:latin typeface="맑은 고딕" pitchFamily="34" charset="0"/>
                <a:ea typeface="맑은 고딕" pitchFamily="34" charset="-122"/>
                <a:cs typeface="맑은 고딕" pitchFamily="34" charset="-120"/>
              </a:rPr>
              <a:t>디지털 나이테</a:t>
            </a:r>
            <a:endParaRPr lang="en-US" sz="1400" dirty="0"/>
          </a:p>
        </p:txBody>
      </p:sp>
      <p:sp>
        <p:nvSpPr>
          <p:cNvPr id="41" name="Text 39"/>
          <p:cNvSpPr txBox="1"/>
          <p:nvPr/>
        </p:nvSpPr>
        <p:spPr>
          <a:xfrm>
            <a:off x="2423160" y="3383280"/>
            <a:ext cx="6126480" cy="256032"/>
          </a:xfrm>
          <a:prstGeom prst="rect">
            <a:avLst/>
          </a:prstGeom>
          <a:noFill/>
          <a:ln/>
        </p:spPr>
        <p:txBody>
          <a:bodyPr wrap="square" lIns="0" tIns="0" rIns="0" bIns="0" rtlCol="0" anchor="ctr"/>
          <a:lstStyle/>
          <a:p>
            <a:pPr marL="0" indent="0">
              <a:buNone/>
            </a:pPr>
            <a:r>
              <a:rPr lang="en-US" sz="1000" dirty="0">
                <a:solidFill>
                  <a:srgbClr val="1E2B22"/>
                </a:solidFill>
                <a:latin typeface="맑은 고딕" pitchFamily="34" charset="0"/>
                <a:ea typeface="맑은 고딕" pitchFamily="34" charset="-122"/>
                <a:cs typeface="맑은 고딕" pitchFamily="34" charset="-120"/>
              </a:rPr>
              <a:t>1년 = 1겹, 월별 12조각. 날씨·돌봄·조치 데이터가 한 장의 그림으로 쌓인다</a:t>
            </a:r>
            <a:endParaRPr lang="en-US" sz="1000" dirty="0"/>
          </a:p>
        </p:txBody>
      </p:sp>
      <p:sp>
        <p:nvSpPr>
          <p:cNvPr id="42" name="Shape 40"/>
          <p:cNvSpPr/>
          <p:nvPr/>
        </p:nvSpPr>
        <p:spPr>
          <a:xfrm>
            <a:off x="2423160" y="3767328"/>
            <a:ext cx="548640" cy="274320"/>
          </a:xfrm>
          <a:prstGeom prst="roundRect">
            <a:avLst>
              <a:gd name="adj" fmla="val 16667"/>
            </a:avLst>
          </a:prstGeom>
          <a:solidFill>
            <a:srgbClr val="1F4D2B"/>
          </a:solidFill>
          <a:ln/>
        </p:spPr>
        <p:txBody>
          <a:bodyPr/>
          <a:lstStyle/>
          <a:p>
            <a:endParaRPr lang="ko-KR" altLang="en-US"/>
          </a:p>
        </p:txBody>
      </p:sp>
      <p:sp>
        <p:nvSpPr>
          <p:cNvPr id="43" name="Text 41"/>
          <p:cNvSpPr txBox="1"/>
          <p:nvPr/>
        </p:nvSpPr>
        <p:spPr>
          <a:xfrm>
            <a:off x="2423160" y="3767328"/>
            <a:ext cx="548640" cy="274320"/>
          </a:xfrm>
          <a:prstGeom prst="rect">
            <a:avLst/>
          </a:prstGeom>
          <a:noFill/>
          <a:ln/>
        </p:spPr>
        <p:txBody>
          <a:bodyPr wrap="square" lIns="0" tIns="0" rIns="0" bIns="0" rtlCol="0" anchor="ctr"/>
          <a:lstStyle/>
          <a:p>
            <a:pPr marL="0" indent="0" algn="ctr">
              <a:buNone/>
            </a:pPr>
            <a:r>
              <a:rPr lang="en-US" sz="950" b="1" dirty="0">
                <a:solidFill>
                  <a:srgbClr val="FFFFFF"/>
                </a:solidFill>
                <a:latin typeface="맑은 고딕" pitchFamily="34" charset="0"/>
                <a:ea typeface="맑은 고딕" pitchFamily="34" charset="-122"/>
                <a:cs typeface="맑은 고딕" pitchFamily="34" charset="-120"/>
              </a:rPr>
              <a:t>두께</a:t>
            </a:r>
            <a:endParaRPr lang="en-US" sz="950" dirty="0"/>
          </a:p>
        </p:txBody>
      </p:sp>
      <p:sp>
        <p:nvSpPr>
          <p:cNvPr id="44" name="Text 42"/>
          <p:cNvSpPr txBox="1"/>
          <p:nvPr/>
        </p:nvSpPr>
        <p:spPr>
          <a:xfrm>
            <a:off x="3063240" y="3767328"/>
            <a:ext cx="1371600" cy="274320"/>
          </a:xfrm>
          <a:prstGeom prst="rect">
            <a:avLst/>
          </a:prstGeom>
          <a:noFill/>
          <a:ln/>
        </p:spPr>
        <p:txBody>
          <a:bodyPr wrap="square" lIns="0" tIns="0" rIns="0" bIns="0" rtlCol="0" anchor="ctr"/>
          <a:lstStyle/>
          <a:p>
            <a:pPr marL="0" indent="0">
              <a:buNone/>
            </a:pPr>
            <a:r>
              <a:rPr lang="en-US" sz="950" dirty="0">
                <a:solidFill>
                  <a:srgbClr val="1E2B22"/>
                </a:solidFill>
                <a:latin typeface="맑은 고딕" pitchFamily="34" charset="0"/>
                <a:ea typeface="맑은 고딕" pitchFamily="34" charset="-122"/>
                <a:cs typeface="맑은 고딕" pitchFamily="34" charset="-120"/>
              </a:rPr>
              <a:t>받은 물 (강수+돌봄)</a:t>
            </a:r>
            <a:endParaRPr lang="en-US" sz="950" dirty="0"/>
          </a:p>
        </p:txBody>
      </p:sp>
      <p:sp>
        <p:nvSpPr>
          <p:cNvPr id="45" name="Shape 43"/>
          <p:cNvSpPr/>
          <p:nvPr/>
        </p:nvSpPr>
        <p:spPr>
          <a:xfrm>
            <a:off x="4480560" y="3767328"/>
            <a:ext cx="548640" cy="274320"/>
          </a:xfrm>
          <a:prstGeom prst="roundRect">
            <a:avLst>
              <a:gd name="adj" fmla="val 16667"/>
            </a:avLst>
          </a:prstGeom>
          <a:solidFill>
            <a:srgbClr val="1F4D2B"/>
          </a:solidFill>
          <a:ln/>
        </p:spPr>
        <p:txBody>
          <a:bodyPr/>
          <a:lstStyle/>
          <a:p>
            <a:endParaRPr lang="ko-KR" altLang="en-US"/>
          </a:p>
        </p:txBody>
      </p:sp>
      <p:sp>
        <p:nvSpPr>
          <p:cNvPr id="46" name="Text 44"/>
          <p:cNvSpPr txBox="1"/>
          <p:nvPr/>
        </p:nvSpPr>
        <p:spPr>
          <a:xfrm>
            <a:off x="4480560" y="3767328"/>
            <a:ext cx="548640" cy="274320"/>
          </a:xfrm>
          <a:prstGeom prst="rect">
            <a:avLst/>
          </a:prstGeom>
          <a:noFill/>
          <a:ln/>
        </p:spPr>
        <p:txBody>
          <a:bodyPr wrap="square" lIns="0" tIns="0" rIns="0" bIns="0" rtlCol="0" anchor="ctr"/>
          <a:lstStyle/>
          <a:p>
            <a:pPr marL="0" indent="0" algn="ctr">
              <a:buNone/>
            </a:pPr>
            <a:r>
              <a:rPr lang="en-US" sz="950" b="1" dirty="0">
                <a:solidFill>
                  <a:srgbClr val="FFFFFF"/>
                </a:solidFill>
                <a:latin typeface="맑은 고딕" pitchFamily="34" charset="0"/>
                <a:ea typeface="맑은 고딕" pitchFamily="34" charset="-122"/>
                <a:cs typeface="맑은 고딕" pitchFamily="34" charset="-120"/>
              </a:rPr>
              <a:t>색</a:t>
            </a:r>
            <a:endParaRPr lang="en-US" sz="950" dirty="0"/>
          </a:p>
        </p:txBody>
      </p:sp>
      <p:sp>
        <p:nvSpPr>
          <p:cNvPr id="47" name="Text 45"/>
          <p:cNvSpPr txBox="1"/>
          <p:nvPr/>
        </p:nvSpPr>
        <p:spPr>
          <a:xfrm>
            <a:off x="5120640" y="3767328"/>
            <a:ext cx="1371600" cy="274320"/>
          </a:xfrm>
          <a:prstGeom prst="rect">
            <a:avLst/>
          </a:prstGeom>
          <a:noFill/>
          <a:ln/>
        </p:spPr>
        <p:txBody>
          <a:bodyPr wrap="square" lIns="0" tIns="0" rIns="0" bIns="0" rtlCol="0" anchor="ctr"/>
          <a:lstStyle/>
          <a:p>
            <a:pPr marL="0" indent="0">
              <a:buNone/>
            </a:pPr>
            <a:r>
              <a:rPr lang="en-US" sz="950" dirty="0">
                <a:solidFill>
                  <a:srgbClr val="1E2B22"/>
                </a:solidFill>
                <a:latin typeface="맑은 고딕" pitchFamily="34" charset="0"/>
                <a:ea typeface="맑은 고딕" pitchFamily="34" charset="-122"/>
                <a:cs typeface="맑은 고딕" pitchFamily="34" charset="-120"/>
              </a:rPr>
              <a:t>더위 (기온)</a:t>
            </a:r>
            <a:endParaRPr lang="en-US" sz="950" dirty="0"/>
          </a:p>
        </p:txBody>
      </p:sp>
      <p:sp>
        <p:nvSpPr>
          <p:cNvPr id="48" name="Shape 46"/>
          <p:cNvSpPr/>
          <p:nvPr/>
        </p:nvSpPr>
        <p:spPr>
          <a:xfrm>
            <a:off x="6537960" y="3767328"/>
            <a:ext cx="548640" cy="274320"/>
          </a:xfrm>
          <a:prstGeom prst="roundRect">
            <a:avLst>
              <a:gd name="adj" fmla="val 16667"/>
            </a:avLst>
          </a:prstGeom>
          <a:solidFill>
            <a:srgbClr val="1F4D2B"/>
          </a:solidFill>
          <a:ln/>
        </p:spPr>
        <p:txBody>
          <a:bodyPr/>
          <a:lstStyle/>
          <a:p>
            <a:endParaRPr lang="ko-KR" altLang="en-US"/>
          </a:p>
        </p:txBody>
      </p:sp>
      <p:sp>
        <p:nvSpPr>
          <p:cNvPr id="49" name="Text 47"/>
          <p:cNvSpPr txBox="1"/>
          <p:nvPr/>
        </p:nvSpPr>
        <p:spPr>
          <a:xfrm>
            <a:off x="6537960" y="3767328"/>
            <a:ext cx="548640" cy="274320"/>
          </a:xfrm>
          <a:prstGeom prst="rect">
            <a:avLst/>
          </a:prstGeom>
          <a:noFill/>
          <a:ln/>
        </p:spPr>
        <p:txBody>
          <a:bodyPr wrap="square" lIns="0" tIns="0" rIns="0" bIns="0" rtlCol="0" anchor="ctr"/>
          <a:lstStyle/>
          <a:p>
            <a:pPr marL="0" indent="0" algn="ctr">
              <a:buNone/>
            </a:pPr>
            <a:r>
              <a:rPr lang="en-US" sz="950" b="1" dirty="0">
                <a:solidFill>
                  <a:srgbClr val="FFFFFF"/>
                </a:solidFill>
                <a:latin typeface="맑은 고딕" pitchFamily="34" charset="0"/>
                <a:ea typeface="맑은 고딕" pitchFamily="34" charset="-122"/>
                <a:cs typeface="맑은 고딕" pitchFamily="34" charset="-120"/>
              </a:rPr>
              <a:t>점</a:t>
            </a:r>
            <a:endParaRPr lang="en-US" sz="950" dirty="0"/>
          </a:p>
        </p:txBody>
      </p:sp>
      <p:sp>
        <p:nvSpPr>
          <p:cNvPr id="50" name="Text 48"/>
          <p:cNvSpPr txBox="1"/>
          <p:nvPr/>
        </p:nvSpPr>
        <p:spPr>
          <a:xfrm>
            <a:off x="7178040" y="3767328"/>
            <a:ext cx="1371600" cy="274320"/>
          </a:xfrm>
          <a:prstGeom prst="rect">
            <a:avLst/>
          </a:prstGeom>
          <a:noFill/>
          <a:ln/>
        </p:spPr>
        <p:txBody>
          <a:bodyPr wrap="square" lIns="0" tIns="0" rIns="0" bIns="0" rtlCol="0" anchor="ctr"/>
          <a:lstStyle/>
          <a:p>
            <a:pPr marL="0" indent="0">
              <a:buNone/>
            </a:pPr>
            <a:r>
              <a:rPr lang="en-US" sz="950" dirty="0">
                <a:solidFill>
                  <a:srgbClr val="1E2B22"/>
                </a:solidFill>
                <a:latin typeface="맑은 고딕" pitchFamily="34" charset="0"/>
                <a:ea typeface="맑은 고딕" pitchFamily="34" charset="-122"/>
                <a:cs typeface="맑은 고딕" pitchFamily="34" charset="-120"/>
              </a:rPr>
              <a:t>관찰 기록</a:t>
            </a:r>
            <a:endParaRPr lang="en-US" sz="950" dirty="0"/>
          </a:p>
        </p:txBody>
      </p:sp>
      <p:sp>
        <p:nvSpPr>
          <p:cNvPr id="51" name="Shape 49"/>
          <p:cNvSpPr/>
          <p:nvPr/>
        </p:nvSpPr>
        <p:spPr>
          <a:xfrm>
            <a:off x="2423160" y="4151376"/>
            <a:ext cx="548640" cy="274320"/>
          </a:xfrm>
          <a:prstGeom prst="roundRect">
            <a:avLst>
              <a:gd name="adj" fmla="val 16667"/>
            </a:avLst>
          </a:prstGeom>
          <a:solidFill>
            <a:srgbClr val="1F4D2B"/>
          </a:solidFill>
          <a:ln/>
        </p:spPr>
        <p:txBody>
          <a:bodyPr/>
          <a:lstStyle/>
          <a:p>
            <a:endParaRPr lang="ko-KR" altLang="en-US"/>
          </a:p>
        </p:txBody>
      </p:sp>
      <p:sp>
        <p:nvSpPr>
          <p:cNvPr id="52" name="Text 50"/>
          <p:cNvSpPr txBox="1"/>
          <p:nvPr/>
        </p:nvSpPr>
        <p:spPr>
          <a:xfrm>
            <a:off x="2423160" y="4151376"/>
            <a:ext cx="548640" cy="274320"/>
          </a:xfrm>
          <a:prstGeom prst="rect">
            <a:avLst/>
          </a:prstGeom>
          <a:noFill/>
          <a:ln/>
        </p:spPr>
        <p:txBody>
          <a:bodyPr wrap="square" lIns="0" tIns="0" rIns="0" bIns="0" rtlCol="0" anchor="ctr"/>
          <a:lstStyle/>
          <a:p>
            <a:pPr marL="0" indent="0" algn="ctr">
              <a:buNone/>
            </a:pPr>
            <a:r>
              <a:rPr lang="en-US" sz="950" b="1" dirty="0">
                <a:solidFill>
                  <a:srgbClr val="FFFFFF"/>
                </a:solidFill>
                <a:latin typeface="맑은 고딕" pitchFamily="34" charset="0"/>
                <a:ea typeface="맑은 고딕" pitchFamily="34" charset="-122"/>
                <a:cs typeface="맑은 고딕" pitchFamily="34" charset="-120"/>
              </a:rPr>
              <a:t>별</a:t>
            </a:r>
            <a:endParaRPr lang="en-US" sz="950" dirty="0"/>
          </a:p>
        </p:txBody>
      </p:sp>
      <p:sp>
        <p:nvSpPr>
          <p:cNvPr id="53" name="Text 51"/>
          <p:cNvSpPr txBox="1"/>
          <p:nvPr/>
        </p:nvSpPr>
        <p:spPr>
          <a:xfrm>
            <a:off x="3063240" y="4151376"/>
            <a:ext cx="1371600" cy="274320"/>
          </a:xfrm>
          <a:prstGeom prst="rect">
            <a:avLst/>
          </a:prstGeom>
          <a:noFill/>
          <a:ln/>
        </p:spPr>
        <p:txBody>
          <a:bodyPr wrap="square" lIns="0" tIns="0" rIns="0" bIns="0" rtlCol="0" anchor="ctr"/>
          <a:lstStyle/>
          <a:p>
            <a:pPr marL="0" indent="0">
              <a:buNone/>
            </a:pPr>
            <a:r>
              <a:rPr lang="en-US" sz="950" dirty="0">
                <a:solidFill>
                  <a:srgbClr val="1E2B22"/>
                </a:solidFill>
                <a:latin typeface="맑은 고딕" pitchFamily="34" charset="0"/>
                <a:ea typeface="맑은 고딕" pitchFamily="34" charset="-122"/>
                <a:cs typeface="맑은 고딕" pitchFamily="34" charset="-120"/>
              </a:rPr>
              <a:t>덧붙인 이야기</a:t>
            </a:r>
            <a:endParaRPr lang="en-US" sz="950" dirty="0"/>
          </a:p>
        </p:txBody>
      </p:sp>
      <p:sp>
        <p:nvSpPr>
          <p:cNvPr id="54" name="Shape 52"/>
          <p:cNvSpPr/>
          <p:nvPr/>
        </p:nvSpPr>
        <p:spPr>
          <a:xfrm>
            <a:off x="4480560" y="4151376"/>
            <a:ext cx="548640" cy="274320"/>
          </a:xfrm>
          <a:prstGeom prst="roundRect">
            <a:avLst>
              <a:gd name="adj" fmla="val 16667"/>
            </a:avLst>
          </a:prstGeom>
          <a:solidFill>
            <a:srgbClr val="1F4D2B"/>
          </a:solidFill>
          <a:ln/>
        </p:spPr>
        <p:txBody>
          <a:bodyPr/>
          <a:lstStyle/>
          <a:p>
            <a:endParaRPr lang="ko-KR" altLang="en-US"/>
          </a:p>
        </p:txBody>
      </p:sp>
      <p:sp>
        <p:nvSpPr>
          <p:cNvPr id="55" name="Text 53"/>
          <p:cNvSpPr txBox="1"/>
          <p:nvPr/>
        </p:nvSpPr>
        <p:spPr>
          <a:xfrm>
            <a:off x="4480560" y="4151376"/>
            <a:ext cx="548640" cy="274320"/>
          </a:xfrm>
          <a:prstGeom prst="rect">
            <a:avLst/>
          </a:prstGeom>
          <a:noFill/>
          <a:ln/>
        </p:spPr>
        <p:txBody>
          <a:bodyPr wrap="square" lIns="0" tIns="0" rIns="0" bIns="0" rtlCol="0" anchor="ctr"/>
          <a:lstStyle/>
          <a:p>
            <a:pPr marL="0" indent="0" algn="ctr">
              <a:buNone/>
            </a:pPr>
            <a:r>
              <a:rPr lang="en-US" sz="950" b="1" dirty="0">
                <a:solidFill>
                  <a:srgbClr val="FFFFFF"/>
                </a:solidFill>
                <a:latin typeface="맑은 고딕" pitchFamily="34" charset="0"/>
                <a:ea typeface="맑은 고딕" pitchFamily="34" charset="-122"/>
                <a:cs typeface="맑은 고딕" pitchFamily="34" charset="-120"/>
              </a:rPr>
              <a:t>표식</a:t>
            </a:r>
            <a:endParaRPr lang="en-US" sz="950" dirty="0"/>
          </a:p>
        </p:txBody>
      </p:sp>
      <p:sp>
        <p:nvSpPr>
          <p:cNvPr id="56" name="Text 54"/>
          <p:cNvSpPr txBox="1"/>
          <p:nvPr/>
        </p:nvSpPr>
        <p:spPr>
          <a:xfrm>
            <a:off x="5120640" y="4151376"/>
            <a:ext cx="1371600" cy="274320"/>
          </a:xfrm>
          <a:prstGeom prst="rect">
            <a:avLst/>
          </a:prstGeom>
          <a:noFill/>
          <a:ln/>
        </p:spPr>
        <p:txBody>
          <a:bodyPr wrap="square" lIns="0" tIns="0" rIns="0" bIns="0" rtlCol="0" anchor="ctr"/>
          <a:lstStyle/>
          <a:p>
            <a:pPr marL="0" indent="0">
              <a:buNone/>
            </a:pPr>
            <a:r>
              <a:rPr lang="en-US" sz="950" dirty="0">
                <a:solidFill>
                  <a:srgbClr val="1E2B22"/>
                </a:solidFill>
                <a:latin typeface="맑은 고딕" pitchFamily="34" charset="0"/>
                <a:ea typeface="맑은 고딕" pitchFamily="34" charset="-122"/>
                <a:cs typeface="맑은 고딕" pitchFamily="34" charset="-120"/>
              </a:rPr>
              <a:t>신고 · 조치</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47472"/>
            <a:ext cx="310896" cy="310896"/>
          </a:xfrm>
          <a:prstGeom prst="ellipse">
            <a:avLst/>
          </a:prstGeom>
          <a:solidFill>
            <a:srgbClr val="1F4D2B"/>
          </a:solidFill>
          <a:ln/>
        </p:spPr>
        <p:txBody>
          <a:bodyPr/>
          <a:lstStyle/>
          <a:p>
            <a:endParaRPr lang="ko-KR" altLang="en-US"/>
          </a:p>
        </p:txBody>
      </p:sp>
      <p:sp>
        <p:nvSpPr>
          <p:cNvPr id="3" name="Text 1"/>
          <p:cNvSpPr txBox="1"/>
          <p:nvPr/>
        </p:nvSpPr>
        <p:spPr>
          <a:xfrm>
            <a:off x="457200" y="347472"/>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7</a:t>
            </a:r>
            <a:endParaRPr lang="en-US" sz="1200" dirty="0"/>
          </a:p>
        </p:txBody>
      </p:sp>
      <p:sp>
        <p:nvSpPr>
          <p:cNvPr id="4" name="Text 2"/>
          <p:cNvSpPr txBox="1"/>
          <p:nvPr/>
        </p:nvSpPr>
        <p:spPr>
          <a:xfrm>
            <a:off x="868680" y="347472"/>
            <a:ext cx="2743200" cy="310896"/>
          </a:xfrm>
          <a:prstGeom prst="rect">
            <a:avLst/>
          </a:prstGeom>
          <a:noFill/>
          <a:ln/>
        </p:spPr>
        <p:txBody>
          <a:bodyPr wrap="square" lIns="0" tIns="0" rIns="0" bIns="0" rtlCol="0" anchor="ctr"/>
          <a:lstStyle/>
          <a:p>
            <a:pPr marL="0" indent="0">
              <a:buNone/>
            </a:pPr>
            <a:r>
              <a:rPr lang="en-US" sz="1200" b="1" dirty="0">
                <a:solidFill>
                  <a:srgbClr val="6FA35A"/>
                </a:solidFill>
                <a:latin typeface="맑은 고딕" pitchFamily="34" charset="0"/>
                <a:ea typeface="맑은 고딕" pitchFamily="34" charset="-122"/>
                <a:cs typeface="맑은 고딕" pitchFamily="34" charset="-120"/>
              </a:rPr>
              <a:t>시스템 구성</a:t>
            </a:r>
            <a:endParaRPr lang="en-US" sz="1200" dirty="0"/>
          </a:p>
        </p:txBody>
      </p:sp>
      <p:sp>
        <p:nvSpPr>
          <p:cNvPr id="5" name="Text 3"/>
          <p:cNvSpPr txBox="1"/>
          <p:nvPr/>
        </p:nvSpPr>
        <p:spPr>
          <a:xfrm>
            <a:off x="457200" y="749808"/>
            <a:ext cx="8229600" cy="548640"/>
          </a:xfrm>
          <a:prstGeom prst="rect">
            <a:avLst/>
          </a:prstGeom>
          <a:noFill/>
          <a:ln/>
        </p:spPr>
        <p:txBody>
          <a:bodyPr wrap="square" lIns="0" tIns="0" rIns="0" bIns="0" rtlCol="0" anchor="ctr"/>
          <a:lstStyle/>
          <a:p>
            <a:pPr marL="0" indent="0">
              <a:buNone/>
            </a:pPr>
            <a:r>
              <a:rPr lang="en-US" sz="2400" b="1" dirty="0">
                <a:solidFill>
                  <a:srgbClr val="1F4D2B"/>
                </a:solidFill>
                <a:latin typeface="맑은 고딕" pitchFamily="34" charset="0"/>
                <a:ea typeface="맑은 고딕" pitchFamily="34" charset="-122"/>
                <a:cs typeface="맑은 고딕" pitchFamily="34" charset="-120"/>
              </a:rPr>
              <a:t>센서 없이 공공데이터와 시민 기록으로 나무 상태를 추정한다</a:t>
            </a:r>
            <a:endParaRPr lang="en-US" sz="2400" dirty="0"/>
          </a:p>
        </p:txBody>
      </p:sp>
      <p:sp>
        <p:nvSpPr>
          <p:cNvPr id="6" name="Text 4"/>
          <p:cNvSpPr txBox="1"/>
          <p:nvPr/>
        </p:nvSpPr>
        <p:spPr>
          <a:xfrm>
            <a:off x="5943600" y="4800600"/>
            <a:ext cx="2743200" cy="201168"/>
          </a:xfrm>
          <a:prstGeom prst="rect">
            <a:avLst/>
          </a:prstGeom>
          <a:noFill/>
          <a:ln/>
        </p:spPr>
        <p:txBody>
          <a:bodyPr wrap="square" lIns="0" tIns="0" rIns="0" bIns="0" rtlCol="0" anchor="ctr"/>
          <a:lstStyle/>
          <a:p>
            <a:pPr marL="0" indent="0" algn="r">
              <a:buNone/>
            </a:pPr>
            <a:r>
              <a:rPr lang="en-US" sz="800" dirty="0">
                <a:solidFill>
                  <a:srgbClr val="5B6B60"/>
                </a:solidFill>
                <a:latin typeface="맑은 고딕" pitchFamily="34" charset="0"/>
                <a:ea typeface="맑은 고딕" pitchFamily="34" charset="-122"/>
                <a:cs typeface="맑은 고딕" pitchFamily="34" charset="-120"/>
              </a:rPr>
              <a:t>서울 TreeMate  |  7 / 10</a:t>
            </a:r>
            <a:endParaRPr lang="en-US" sz="800" dirty="0"/>
          </a:p>
        </p:txBody>
      </p:sp>
      <p:sp>
        <p:nvSpPr>
          <p:cNvPr id="7" name="Text 5"/>
          <p:cNvSpPr txBox="1"/>
          <p:nvPr/>
        </p:nvSpPr>
        <p:spPr>
          <a:xfrm>
            <a:off x="457200" y="1417320"/>
            <a:ext cx="2103120" cy="219456"/>
          </a:xfrm>
          <a:prstGeom prst="rect">
            <a:avLst/>
          </a:prstGeom>
          <a:noFill/>
          <a:ln/>
        </p:spPr>
        <p:txBody>
          <a:bodyPr wrap="square" lIns="0" tIns="0" rIns="0" bIns="0" rtlCol="0" anchor="ctr"/>
          <a:lstStyle/>
          <a:p>
            <a:pPr marL="0" indent="0">
              <a:buNone/>
            </a:pPr>
            <a:r>
              <a:rPr lang="en-US" sz="950" b="1" dirty="0">
                <a:solidFill>
                  <a:srgbClr val="5B6B60"/>
                </a:solidFill>
                <a:latin typeface="맑은 고딕" pitchFamily="34" charset="0"/>
                <a:ea typeface="맑은 고딕" pitchFamily="34" charset="-122"/>
                <a:cs typeface="맑은 고딕" pitchFamily="34" charset="-120"/>
              </a:rPr>
              <a:t>Client</a:t>
            </a:r>
            <a:endParaRPr lang="en-US" sz="950" dirty="0"/>
          </a:p>
        </p:txBody>
      </p:sp>
      <p:sp>
        <p:nvSpPr>
          <p:cNvPr id="8" name="Shape 6"/>
          <p:cNvSpPr/>
          <p:nvPr/>
        </p:nvSpPr>
        <p:spPr>
          <a:xfrm>
            <a:off x="457200" y="1664208"/>
            <a:ext cx="2103120" cy="1188720"/>
          </a:xfrm>
          <a:prstGeom prst="roundRect">
            <a:avLst>
              <a:gd name="adj" fmla="val 6154"/>
            </a:avLst>
          </a:prstGeom>
          <a:solidFill>
            <a:srgbClr val="EAF3E4"/>
          </a:solidFill>
          <a:ln w="12700">
            <a:solidFill>
              <a:srgbClr val="C9D6C3"/>
            </a:solidFill>
            <a:prstDash val="solid"/>
          </a:ln>
        </p:spPr>
        <p:txBody>
          <a:bodyPr/>
          <a:lstStyle/>
          <a:p>
            <a:endParaRPr lang="ko-KR" altLang="en-US"/>
          </a:p>
        </p:txBody>
      </p:sp>
      <p:sp>
        <p:nvSpPr>
          <p:cNvPr id="9" name="Text 7"/>
          <p:cNvSpPr txBox="1"/>
          <p:nvPr/>
        </p:nvSpPr>
        <p:spPr>
          <a:xfrm>
            <a:off x="594360" y="1755648"/>
            <a:ext cx="1828800" cy="256032"/>
          </a:xfrm>
          <a:prstGeom prst="rect">
            <a:avLst/>
          </a:prstGeom>
          <a:noFill/>
          <a:ln/>
        </p:spPr>
        <p:txBody>
          <a:bodyPr wrap="square" lIns="0" tIns="0" rIns="0" bIns="0" rtlCol="0" anchor="ctr"/>
          <a:lstStyle/>
          <a:p>
            <a:pPr marL="0" indent="0">
              <a:buNone/>
            </a:pPr>
            <a:r>
              <a:rPr lang="en-US" sz="1150" b="1" dirty="0">
                <a:solidFill>
                  <a:srgbClr val="1F4D2B"/>
                </a:solidFill>
                <a:latin typeface="맑은 고딕" pitchFamily="34" charset="0"/>
                <a:ea typeface="맑은 고딕" pitchFamily="34" charset="-122"/>
                <a:cs typeface="맑은 고딕" pitchFamily="34" charset="-120"/>
              </a:rPr>
              <a:t>시민용 모바일 웹</a:t>
            </a:r>
            <a:endParaRPr lang="en-US" sz="1150" dirty="0"/>
          </a:p>
        </p:txBody>
      </p:sp>
      <p:sp>
        <p:nvSpPr>
          <p:cNvPr id="10" name="Text 8"/>
          <p:cNvSpPr txBox="1"/>
          <p:nvPr/>
        </p:nvSpPr>
        <p:spPr>
          <a:xfrm>
            <a:off x="594360" y="2029968"/>
            <a:ext cx="1874520" cy="777240"/>
          </a:xfrm>
          <a:prstGeom prst="rect">
            <a:avLst/>
          </a:prstGeom>
          <a:noFill/>
          <a:ln/>
        </p:spPr>
        <p:txBody>
          <a:bodyPr wrap="square" lIns="0" tIns="0" rIns="0" bIns="0" rtlCol="0" anchor="ctr"/>
          <a:lstStyle/>
          <a:p>
            <a:pPr marL="164592" indent="-164592">
              <a:spcAft>
                <a:spcPts val="891"/>
              </a:spcAft>
              <a:buSzPct val="100000"/>
              <a:buChar char="•"/>
            </a:pPr>
            <a:r>
              <a:rPr lang="en-US" sz="900" dirty="0">
                <a:solidFill>
                  <a:srgbClr val="1E2B22"/>
                </a:solidFill>
                <a:latin typeface="맑은 고딕" pitchFamily="34" charset="0"/>
                <a:ea typeface="맑은 고딕" pitchFamily="34" charset="-122"/>
                <a:cs typeface="맑은 고딕" pitchFamily="34" charset="-120"/>
              </a:rPr>
              <a:t>나무 지도 · QR 이야기</a:t>
            </a:r>
            <a:endParaRPr lang="en-US" sz="900" dirty="0"/>
          </a:p>
          <a:p>
            <a:pPr marL="164592" indent="-164592">
              <a:spcAft>
                <a:spcPts val="891"/>
              </a:spcAft>
              <a:buSzPct val="100000"/>
              <a:buChar char="•"/>
            </a:pPr>
            <a:r>
              <a:rPr lang="en-US" sz="900" dirty="0">
                <a:solidFill>
                  <a:srgbClr val="1E2B22"/>
                </a:solidFill>
                <a:latin typeface="맑은 고딕" pitchFamily="34" charset="0"/>
                <a:ea typeface="맑은 고딕" pitchFamily="34" charset="-122"/>
                <a:cs typeface="맑은 고딕" pitchFamily="34" charset="-120"/>
              </a:rPr>
              <a:t>기록 3종 · 입양</a:t>
            </a:r>
            <a:endParaRPr lang="en-US" sz="900" dirty="0"/>
          </a:p>
          <a:p>
            <a:pPr marL="164592" indent="-164592">
              <a:spcAft>
                <a:spcPts val="0"/>
              </a:spcAft>
              <a:buSzPct val="100000"/>
              <a:buChar char="•"/>
            </a:pPr>
            <a:r>
              <a:rPr lang="en-US" sz="900" dirty="0">
                <a:solidFill>
                  <a:srgbClr val="1E2B22"/>
                </a:solidFill>
                <a:latin typeface="맑은 고딕" pitchFamily="34" charset="0"/>
                <a:ea typeface="맑은 고딕" pitchFamily="34" charset="-122"/>
                <a:cs typeface="맑은 고딕" pitchFamily="34" charset="-120"/>
              </a:rPr>
              <a:t>나이테 · 알림</a:t>
            </a:r>
            <a:endParaRPr lang="en-US" sz="900" dirty="0"/>
          </a:p>
        </p:txBody>
      </p:sp>
      <p:sp>
        <p:nvSpPr>
          <p:cNvPr id="11" name="Shape 9"/>
          <p:cNvSpPr/>
          <p:nvPr/>
        </p:nvSpPr>
        <p:spPr>
          <a:xfrm>
            <a:off x="457200" y="2971800"/>
            <a:ext cx="2103120" cy="1005840"/>
          </a:xfrm>
          <a:prstGeom prst="roundRect">
            <a:avLst>
              <a:gd name="adj" fmla="val 7273"/>
            </a:avLst>
          </a:prstGeom>
          <a:solidFill>
            <a:srgbClr val="EAF3E4"/>
          </a:solidFill>
          <a:ln w="12700">
            <a:solidFill>
              <a:srgbClr val="C9D6C3"/>
            </a:solidFill>
            <a:prstDash val="solid"/>
          </a:ln>
        </p:spPr>
        <p:txBody>
          <a:bodyPr/>
          <a:lstStyle/>
          <a:p>
            <a:endParaRPr lang="ko-KR" altLang="en-US"/>
          </a:p>
        </p:txBody>
      </p:sp>
      <p:sp>
        <p:nvSpPr>
          <p:cNvPr id="12" name="Text 10"/>
          <p:cNvSpPr txBox="1"/>
          <p:nvPr/>
        </p:nvSpPr>
        <p:spPr>
          <a:xfrm>
            <a:off x="594360" y="3063240"/>
            <a:ext cx="1828800" cy="256032"/>
          </a:xfrm>
          <a:prstGeom prst="rect">
            <a:avLst/>
          </a:prstGeom>
          <a:noFill/>
          <a:ln/>
        </p:spPr>
        <p:txBody>
          <a:bodyPr wrap="square" lIns="0" tIns="0" rIns="0" bIns="0" rtlCol="0" anchor="ctr"/>
          <a:lstStyle/>
          <a:p>
            <a:pPr marL="0" indent="0">
              <a:buNone/>
            </a:pPr>
            <a:r>
              <a:rPr lang="en-US" sz="1150" b="1" dirty="0">
                <a:solidFill>
                  <a:srgbClr val="1F4D2B"/>
                </a:solidFill>
                <a:latin typeface="맑은 고딕" pitchFamily="34" charset="0"/>
                <a:ea typeface="맑은 고딕" pitchFamily="34" charset="-122"/>
                <a:cs typeface="맑은 고딕" pitchFamily="34" charset="-120"/>
              </a:rPr>
              <a:t>구청 대시보드</a:t>
            </a:r>
            <a:endParaRPr lang="en-US" sz="1150" dirty="0"/>
          </a:p>
        </p:txBody>
      </p:sp>
      <p:sp>
        <p:nvSpPr>
          <p:cNvPr id="13" name="Text 11"/>
          <p:cNvSpPr txBox="1"/>
          <p:nvPr/>
        </p:nvSpPr>
        <p:spPr>
          <a:xfrm>
            <a:off x="594360" y="3337560"/>
            <a:ext cx="1874520" cy="594360"/>
          </a:xfrm>
          <a:prstGeom prst="rect">
            <a:avLst/>
          </a:prstGeom>
          <a:noFill/>
          <a:ln/>
        </p:spPr>
        <p:txBody>
          <a:bodyPr wrap="square" lIns="0" tIns="0" rIns="0" bIns="0" rtlCol="0" anchor="ctr"/>
          <a:lstStyle/>
          <a:p>
            <a:pPr marL="164592" indent="-164592">
              <a:spcAft>
                <a:spcPts val="300"/>
              </a:spcAft>
              <a:buSzPct val="100000"/>
              <a:buChar char="•"/>
            </a:pPr>
            <a:r>
              <a:rPr lang="en-US" sz="900" dirty="0">
                <a:solidFill>
                  <a:srgbClr val="1E2B22"/>
                </a:solidFill>
                <a:latin typeface="맑은 고딕" pitchFamily="34" charset="0"/>
                <a:ea typeface="맑은 고딕" pitchFamily="34" charset="-122"/>
                <a:cs typeface="맑은 고딕" pitchFamily="34" charset="-120"/>
              </a:rPr>
              <a:t>신고 처리 큐</a:t>
            </a:r>
            <a:endParaRPr lang="en-US" sz="900" dirty="0"/>
          </a:p>
          <a:p>
            <a:pPr marL="164592" indent="-164592">
              <a:spcAft>
                <a:spcPts val="300"/>
              </a:spcAft>
              <a:buSzPct val="100000"/>
              <a:buChar char="•"/>
            </a:pPr>
            <a:r>
              <a:rPr lang="en-US" sz="900" dirty="0">
                <a:solidFill>
                  <a:srgbClr val="1E2B22"/>
                </a:solidFill>
                <a:latin typeface="맑은 고딕" pitchFamily="34" charset="0"/>
                <a:ea typeface="맑은 고딕" pitchFamily="34" charset="-122"/>
                <a:cs typeface="맑은 고딕" pitchFamily="34" charset="-120"/>
              </a:rPr>
              <a:t>물 부족 · 관찰 공백</a:t>
            </a:r>
            <a:endParaRPr lang="en-US" sz="900" dirty="0"/>
          </a:p>
          <a:p>
            <a:pPr marL="164592" indent="-164592">
              <a:spcAft>
                <a:spcPts val="0"/>
              </a:spcAft>
              <a:buSzPct val="100000"/>
              <a:buChar char="•"/>
            </a:pPr>
            <a:r>
              <a:rPr lang="en-US" sz="900" dirty="0">
                <a:solidFill>
                  <a:srgbClr val="1E2B22"/>
                </a:solidFill>
                <a:latin typeface="맑은 고딕" pitchFamily="34" charset="0"/>
                <a:ea typeface="맑은 고딕" pitchFamily="34" charset="-122"/>
                <a:cs typeface="맑은 고딕" pitchFamily="34" charset="-120"/>
              </a:rPr>
              <a:t>기금 · 참여 현황</a:t>
            </a:r>
            <a:endParaRPr lang="en-US" sz="900" dirty="0"/>
          </a:p>
        </p:txBody>
      </p:sp>
      <p:sp>
        <p:nvSpPr>
          <p:cNvPr id="14" name="Shape 12"/>
          <p:cNvSpPr/>
          <p:nvPr/>
        </p:nvSpPr>
        <p:spPr>
          <a:xfrm>
            <a:off x="2606040" y="2560320"/>
            <a:ext cx="868680" cy="0"/>
          </a:xfrm>
          <a:prstGeom prst="line">
            <a:avLst/>
          </a:prstGeom>
          <a:noFill/>
          <a:ln w="25400">
            <a:solidFill>
              <a:srgbClr val="6FA35A"/>
            </a:solidFill>
            <a:prstDash val="solid"/>
            <a:tailEnd type="triangle"/>
          </a:ln>
        </p:spPr>
        <p:txBody>
          <a:bodyPr/>
          <a:lstStyle/>
          <a:p>
            <a:endParaRPr lang="ko-KR" altLang="en-US"/>
          </a:p>
        </p:txBody>
      </p:sp>
      <p:sp>
        <p:nvSpPr>
          <p:cNvPr id="15" name="Text 13"/>
          <p:cNvSpPr txBox="1"/>
          <p:nvPr/>
        </p:nvSpPr>
        <p:spPr>
          <a:xfrm>
            <a:off x="2606040" y="2057400"/>
            <a:ext cx="868680" cy="411480"/>
          </a:xfrm>
          <a:prstGeom prst="rect">
            <a:avLst/>
          </a:prstGeom>
          <a:noFill/>
          <a:ln/>
        </p:spPr>
        <p:txBody>
          <a:bodyPr wrap="square" lIns="0" tIns="0" rIns="0" bIns="0" rtlCol="0" anchor="ctr"/>
          <a:lstStyle/>
          <a:p>
            <a:pPr marL="0" indent="0" algn="ctr">
              <a:buNone/>
            </a:pPr>
            <a:r>
              <a:rPr lang="en-US" sz="850" b="1" dirty="0">
                <a:solidFill>
                  <a:srgbClr val="6FA35A"/>
                </a:solidFill>
                <a:latin typeface="맑은 고딕" pitchFamily="34" charset="0"/>
                <a:ea typeface="맑은 고딕" pitchFamily="34" charset="-122"/>
                <a:cs typeface="맑은 고딕" pitchFamily="34" charset="-120"/>
              </a:rPr>
              <a:t>HTTPS</a:t>
            </a:r>
            <a:endParaRPr lang="en-US" sz="850" dirty="0"/>
          </a:p>
          <a:p>
            <a:pPr marL="0" indent="0" algn="ctr">
              <a:buNone/>
            </a:pPr>
            <a:r>
              <a:rPr lang="en-US" sz="850" b="1" dirty="0">
                <a:solidFill>
                  <a:srgbClr val="6FA35A"/>
                </a:solidFill>
                <a:latin typeface="맑은 고딕" pitchFamily="34" charset="0"/>
                <a:ea typeface="맑은 고딕" pitchFamily="34" charset="-122"/>
                <a:cs typeface="맑은 고딕" pitchFamily="34" charset="-120"/>
              </a:rPr>
              <a:t>JSON</a:t>
            </a:r>
            <a:endParaRPr lang="en-US" sz="850" dirty="0"/>
          </a:p>
        </p:txBody>
      </p:sp>
      <p:sp>
        <p:nvSpPr>
          <p:cNvPr id="16" name="Text 14"/>
          <p:cNvSpPr txBox="1"/>
          <p:nvPr/>
        </p:nvSpPr>
        <p:spPr>
          <a:xfrm>
            <a:off x="3520440" y="1417320"/>
            <a:ext cx="2743200" cy="219456"/>
          </a:xfrm>
          <a:prstGeom prst="rect">
            <a:avLst/>
          </a:prstGeom>
          <a:noFill/>
          <a:ln/>
        </p:spPr>
        <p:txBody>
          <a:bodyPr wrap="square" lIns="0" tIns="0" rIns="0" bIns="0" rtlCol="0" anchor="ctr"/>
          <a:lstStyle/>
          <a:p>
            <a:pPr marL="0" indent="0">
              <a:buNone/>
            </a:pPr>
            <a:r>
              <a:rPr lang="en-US" sz="950" b="1" dirty="0">
                <a:solidFill>
                  <a:srgbClr val="5B6B60"/>
                </a:solidFill>
                <a:latin typeface="맑은 고딕" pitchFamily="34" charset="0"/>
                <a:ea typeface="맑은 고딕" pitchFamily="34" charset="-122"/>
                <a:cs typeface="맑은 고딕" pitchFamily="34" charset="-120"/>
              </a:rPr>
              <a:t>Server</a:t>
            </a:r>
            <a:endParaRPr lang="en-US" sz="950" dirty="0"/>
          </a:p>
        </p:txBody>
      </p:sp>
      <p:sp>
        <p:nvSpPr>
          <p:cNvPr id="17" name="Shape 15"/>
          <p:cNvSpPr/>
          <p:nvPr/>
        </p:nvSpPr>
        <p:spPr>
          <a:xfrm>
            <a:off x="3520440" y="1664208"/>
            <a:ext cx="2697480" cy="2313432"/>
          </a:xfrm>
          <a:prstGeom prst="roundRect">
            <a:avLst>
              <a:gd name="adj" fmla="val 3162"/>
            </a:avLst>
          </a:prstGeom>
          <a:solidFill>
            <a:srgbClr val="1F4D2B"/>
          </a:solidFill>
          <a:ln/>
        </p:spPr>
        <p:txBody>
          <a:bodyPr/>
          <a:lstStyle/>
          <a:p>
            <a:endParaRPr lang="ko-KR" altLang="en-US"/>
          </a:p>
        </p:txBody>
      </p:sp>
      <p:sp>
        <p:nvSpPr>
          <p:cNvPr id="18" name="Text 16"/>
          <p:cNvSpPr txBox="1"/>
          <p:nvPr/>
        </p:nvSpPr>
        <p:spPr>
          <a:xfrm>
            <a:off x="3657600" y="1755648"/>
            <a:ext cx="2377440" cy="256032"/>
          </a:xfrm>
          <a:prstGeom prst="rect">
            <a:avLst/>
          </a:prstGeom>
          <a:noFill/>
          <a:ln/>
        </p:spPr>
        <p:txBody>
          <a:bodyPr wrap="square" lIns="0" tIns="0" rIns="0" bIns="0" rtlCol="0" anchor="ctr"/>
          <a:lstStyle/>
          <a:p>
            <a:pPr marL="0" indent="0">
              <a:buNone/>
            </a:pPr>
            <a:r>
              <a:rPr lang="en-US" sz="1150" b="1" dirty="0">
                <a:solidFill>
                  <a:srgbClr val="FFFFFF"/>
                </a:solidFill>
                <a:latin typeface="맑은 고딕" pitchFamily="34" charset="0"/>
                <a:ea typeface="맑은 고딕" pitchFamily="34" charset="-122"/>
                <a:cs typeface="맑은 고딕" pitchFamily="34" charset="-120"/>
              </a:rPr>
              <a:t>REST API</a:t>
            </a:r>
            <a:endParaRPr lang="en-US" sz="1150" dirty="0"/>
          </a:p>
        </p:txBody>
      </p:sp>
      <p:sp>
        <p:nvSpPr>
          <p:cNvPr id="19" name="Shape 17"/>
          <p:cNvSpPr/>
          <p:nvPr/>
        </p:nvSpPr>
        <p:spPr>
          <a:xfrm>
            <a:off x="3657600" y="2084832"/>
            <a:ext cx="1143000" cy="274320"/>
          </a:xfrm>
          <a:prstGeom prst="roundRect">
            <a:avLst>
              <a:gd name="adj" fmla="val 13333"/>
            </a:avLst>
          </a:prstGeom>
          <a:solidFill>
            <a:srgbClr val="2F6B3D"/>
          </a:solidFill>
          <a:ln/>
        </p:spPr>
        <p:txBody>
          <a:bodyPr/>
          <a:lstStyle/>
          <a:p>
            <a:endParaRPr lang="ko-KR" altLang="en-US"/>
          </a:p>
        </p:txBody>
      </p:sp>
      <p:sp>
        <p:nvSpPr>
          <p:cNvPr id="20" name="Text 18"/>
          <p:cNvSpPr txBox="1"/>
          <p:nvPr/>
        </p:nvSpPr>
        <p:spPr>
          <a:xfrm>
            <a:off x="3657600" y="2084832"/>
            <a:ext cx="1143000" cy="274320"/>
          </a:xfrm>
          <a:prstGeom prst="rect">
            <a:avLst/>
          </a:prstGeom>
          <a:noFill/>
          <a:ln/>
        </p:spPr>
        <p:txBody>
          <a:bodyPr wrap="square" lIns="0" tIns="0" rIns="0" bIns="0" rtlCol="0" anchor="ctr"/>
          <a:lstStyle/>
          <a:p>
            <a:pPr marL="0" indent="0" algn="ctr">
              <a:buNone/>
            </a:pPr>
            <a:r>
              <a:rPr lang="en-US" sz="850" dirty="0">
                <a:solidFill>
                  <a:srgbClr val="FFFFFF"/>
                </a:solidFill>
                <a:latin typeface="맑은 고딕" pitchFamily="34" charset="0"/>
                <a:ea typeface="맑은 고딕" pitchFamily="34" charset="-122"/>
                <a:cs typeface="맑은 고딕" pitchFamily="34" charset="-120"/>
              </a:rPr>
              <a:t>회원·교육</a:t>
            </a:r>
            <a:endParaRPr lang="en-US" sz="850" dirty="0"/>
          </a:p>
        </p:txBody>
      </p:sp>
      <p:sp>
        <p:nvSpPr>
          <p:cNvPr id="21" name="Shape 19"/>
          <p:cNvSpPr/>
          <p:nvPr/>
        </p:nvSpPr>
        <p:spPr>
          <a:xfrm>
            <a:off x="4892040" y="2084832"/>
            <a:ext cx="1143000" cy="274320"/>
          </a:xfrm>
          <a:prstGeom prst="roundRect">
            <a:avLst>
              <a:gd name="adj" fmla="val 13333"/>
            </a:avLst>
          </a:prstGeom>
          <a:solidFill>
            <a:srgbClr val="2F6B3D"/>
          </a:solidFill>
          <a:ln/>
        </p:spPr>
        <p:txBody>
          <a:bodyPr/>
          <a:lstStyle/>
          <a:p>
            <a:endParaRPr lang="ko-KR" altLang="en-US"/>
          </a:p>
        </p:txBody>
      </p:sp>
      <p:sp>
        <p:nvSpPr>
          <p:cNvPr id="22" name="Text 20"/>
          <p:cNvSpPr txBox="1"/>
          <p:nvPr/>
        </p:nvSpPr>
        <p:spPr>
          <a:xfrm>
            <a:off x="4892040" y="2084832"/>
            <a:ext cx="1143000" cy="274320"/>
          </a:xfrm>
          <a:prstGeom prst="rect">
            <a:avLst/>
          </a:prstGeom>
          <a:noFill/>
          <a:ln/>
        </p:spPr>
        <p:txBody>
          <a:bodyPr wrap="square" lIns="0" tIns="0" rIns="0" bIns="0" rtlCol="0" anchor="ctr"/>
          <a:lstStyle/>
          <a:p>
            <a:pPr marL="0" indent="0" algn="ctr">
              <a:buNone/>
            </a:pPr>
            <a:r>
              <a:rPr lang="en-US" sz="850" dirty="0">
                <a:solidFill>
                  <a:srgbClr val="FFFFFF"/>
                </a:solidFill>
                <a:latin typeface="맑은 고딕" pitchFamily="34" charset="0"/>
                <a:ea typeface="맑은 고딕" pitchFamily="34" charset="-122"/>
                <a:cs typeface="맑은 고딕" pitchFamily="34" charset="-120"/>
              </a:rPr>
              <a:t>나무·상태</a:t>
            </a:r>
            <a:endParaRPr lang="en-US" sz="850" dirty="0"/>
          </a:p>
        </p:txBody>
      </p:sp>
      <p:sp>
        <p:nvSpPr>
          <p:cNvPr id="23" name="Shape 21"/>
          <p:cNvSpPr/>
          <p:nvPr/>
        </p:nvSpPr>
        <p:spPr>
          <a:xfrm>
            <a:off x="3657600" y="2414016"/>
            <a:ext cx="1143000" cy="274320"/>
          </a:xfrm>
          <a:prstGeom prst="roundRect">
            <a:avLst>
              <a:gd name="adj" fmla="val 13333"/>
            </a:avLst>
          </a:prstGeom>
          <a:solidFill>
            <a:srgbClr val="2F6B3D"/>
          </a:solidFill>
          <a:ln/>
        </p:spPr>
        <p:txBody>
          <a:bodyPr/>
          <a:lstStyle/>
          <a:p>
            <a:endParaRPr lang="ko-KR" altLang="en-US"/>
          </a:p>
        </p:txBody>
      </p:sp>
      <p:sp>
        <p:nvSpPr>
          <p:cNvPr id="24" name="Text 22"/>
          <p:cNvSpPr txBox="1"/>
          <p:nvPr/>
        </p:nvSpPr>
        <p:spPr>
          <a:xfrm>
            <a:off x="3657600" y="2414016"/>
            <a:ext cx="1143000" cy="274320"/>
          </a:xfrm>
          <a:prstGeom prst="rect">
            <a:avLst/>
          </a:prstGeom>
          <a:noFill/>
          <a:ln/>
        </p:spPr>
        <p:txBody>
          <a:bodyPr wrap="square" lIns="0" tIns="0" rIns="0" bIns="0" rtlCol="0" anchor="ctr"/>
          <a:lstStyle/>
          <a:p>
            <a:pPr marL="0" indent="0" algn="ctr">
              <a:buNone/>
            </a:pPr>
            <a:r>
              <a:rPr lang="en-US" sz="850" dirty="0">
                <a:solidFill>
                  <a:srgbClr val="FFFFFF"/>
                </a:solidFill>
                <a:latin typeface="맑은 고딕" pitchFamily="34" charset="0"/>
                <a:ea typeface="맑은 고딕" pitchFamily="34" charset="-122"/>
                <a:cs typeface="맑은 고딕" pitchFamily="34" charset="-120"/>
              </a:rPr>
              <a:t>기록</a:t>
            </a:r>
            <a:endParaRPr lang="en-US" sz="850" dirty="0"/>
          </a:p>
        </p:txBody>
      </p:sp>
      <p:sp>
        <p:nvSpPr>
          <p:cNvPr id="25" name="Shape 23"/>
          <p:cNvSpPr/>
          <p:nvPr/>
        </p:nvSpPr>
        <p:spPr>
          <a:xfrm>
            <a:off x="4892040" y="2414016"/>
            <a:ext cx="1143000" cy="274320"/>
          </a:xfrm>
          <a:prstGeom prst="roundRect">
            <a:avLst>
              <a:gd name="adj" fmla="val 13333"/>
            </a:avLst>
          </a:prstGeom>
          <a:solidFill>
            <a:srgbClr val="2F6B3D"/>
          </a:solidFill>
          <a:ln/>
        </p:spPr>
        <p:txBody>
          <a:bodyPr/>
          <a:lstStyle/>
          <a:p>
            <a:endParaRPr lang="ko-KR" altLang="en-US"/>
          </a:p>
        </p:txBody>
      </p:sp>
      <p:sp>
        <p:nvSpPr>
          <p:cNvPr id="26" name="Text 24"/>
          <p:cNvSpPr txBox="1"/>
          <p:nvPr/>
        </p:nvSpPr>
        <p:spPr>
          <a:xfrm>
            <a:off x="4892040" y="2414016"/>
            <a:ext cx="1143000" cy="274320"/>
          </a:xfrm>
          <a:prstGeom prst="rect">
            <a:avLst/>
          </a:prstGeom>
          <a:noFill/>
          <a:ln/>
        </p:spPr>
        <p:txBody>
          <a:bodyPr wrap="square" lIns="0" tIns="0" rIns="0" bIns="0" rtlCol="0" anchor="ctr"/>
          <a:lstStyle/>
          <a:p>
            <a:pPr marL="0" indent="0" algn="ctr">
              <a:buNone/>
            </a:pPr>
            <a:r>
              <a:rPr lang="en-US" sz="850" dirty="0">
                <a:solidFill>
                  <a:srgbClr val="FFFFFF"/>
                </a:solidFill>
                <a:latin typeface="맑은 고딕" pitchFamily="34" charset="0"/>
                <a:ea typeface="맑은 고딕" pitchFamily="34" charset="-122"/>
                <a:cs typeface="맑은 고딕" pitchFamily="34" charset="-120"/>
              </a:rPr>
              <a:t>입양·이야기</a:t>
            </a:r>
            <a:endParaRPr lang="en-US" sz="850" dirty="0"/>
          </a:p>
        </p:txBody>
      </p:sp>
      <p:sp>
        <p:nvSpPr>
          <p:cNvPr id="27" name="Shape 25"/>
          <p:cNvSpPr/>
          <p:nvPr/>
        </p:nvSpPr>
        <p:spPr>
          <a:xfrm>
            <a:off x="3657600" y="2743200"/>
            <a:ext cx="1143000" cy="274320"/>
          </a:xfrm>
          <a:prstGeom prst="roundRect">
            <a:avLst>
              <a:gd name="adj" fmla="val 13333"/>
            </a:avLst>
          </a:prstGeom>
          <a:solidFill>
            <a:srgbClr val="2F6B3D"/>
          </a:solidFill>
          <a:ln/>
        </p:spPr>
        <p:txBody>
          <a:bodyPr/>
          <a:lstStyle/>
          <a:p>
            <a:endParaRPr lang="ko-KR" altLang="en-US"/>
          </a:p>
        </p:txBody>
      </p:sp>
      <p:sp>
        <p:nvSpPr>
          <p:cNvPr id="28" name="Text 26"/>
          <p:cNvSpPr txBox="1"/>
          <p:nvPr/>
        </p:nvSpPr>
        <p:spPr>
          <a:xfrm>
            <a:off x="3657600" y="2743200"/>
            <a:ext cx="1143000" cy="274320"/>
          </a:xfrm>
          <a:prstGeom prst="rect">
            <a:avLst/>
          </a:prstGeom>
          <a:noFill/>
          <a:ln/>
        </p:spPr>
        <p:txBody>
          <a:bodyPr wrap="square" lIns="0" tIns="0" rIns="0" bIns="0" rtlCol="0" anchor="ctr"/>
          <a:lstStyle/>
          <a:p>
            <a:pPr marL="0" indent="0" algn="ctr">
              <a:buNone/>
            </a:pPr>
            <a:r>
              <a:rPr lang="en-US" sz="850" dirty="0">
                <a:solidFill>
                  <a:srgbClr val="FFFFFF"/>
                </a:solidFill>
                <a:latin typeface="맑은 고딕" pitchFamily="34" charset="0"/>
                <a:ea typeface="맑은 고딕" pitchFamily="34" charset="-122"/>
                <a:cs typeface="맑은 고딕" pitchFamily="34" charset="-120"/>
              </a:rPr>
              <a:t>신고 처리</a:t>
            </a:r>
            <a:endParaRPr lang="en-US" sz="850" dirty="0"/>
          </a:p>
        </p:txBody>
      </p:sp>
      <p:sp>
        <p:nvSpPr>
          <p:cNvPr id="29" name="Shape 27"/>
          <p:cNvSpPr/>
          <p:nvPr/>
        </p:nvSpPr>
        <p:spPr>
          <a:xfrm>
            <a:off x="4892040" y="2743200"/>
            <a:ext cx="1143000" cy="274320"/>
          </a:xfrm>
          <a:prstGeom prst="roundRect">
            <a:avLst>
              <a:gd name="adj" fmla="val 13333"/>
            </a:avLst>
          </a:prstGeom>
          <a:solidFill>
            <a:srgbClr val="2F6B3D"/>
          </a:solidFill>
          <a:ln/>
        </p:spPr>
        <p:txBody>
          <a:bodyPr/>
          <a:lstStyle/>
          <a:p>
            <a:endParaRPr lang="ko-KR" altLang="en-US"/>
          </a:p>
        </p:txBody>
      </p:sp>
      <p:sp>
        <p:nvSpPr>
          <p:cNvPr id="30" name="Text 28"/>
          <p:cNvSpPr txBox="1"/>
          <p:nvPr/>
        </p:nvSpPr>
        <p:spPr>
          <a:xfrm>
            <a:off x="4892040" y="2743200"/>
            <a:ext cx="1143000" cy="274320"/>
          </a:xfrm>
          <a:prstGeom prst="rect">
            <a:avLst/>
          </a:prstGeom>
          <a:noFill/>
          <a:ln/>
        </p:spPr>
        <p:txBody>
          <a:bodyPr wrap="square" lIns="0" tIns="0" rIns="0" bIns="0" rtlCol="0" anchor="ctr"/>
          <a:lstStyle/>
          <a:p>
            <a:pPr marL="0" indent="0" algn="ctr">
              <a:buNone/>
            </a:pPr>
            <a:r>
              <a:rPr lang="en-US" sz="850" dirty="0">
                <a:solidFill>
                  <a:srgbClr val="FFFFFF"/>
                </a:solidFill>
                <a:latin typeface="맑은 고딕" pitchFamily="34" charset="0"/>
                <a:ea typeface="맑은 고딕" pitchFamily="34" charset="-122"/>
                <a:cs typeface="맑은 고딕" pitchFamily="34" charset="-120"/>
              </a:rPr>
              <a:t>관리기금</a:t>
            </a:r>
            <a:endParaRPr lang="en-US" sz="850" dirty="0"/>
          </a:p>
        </p:txBody>
      </p:sp>
      <p:sp>
        <p:nvSpPr>
          <p:cNvPr id="31" name="Shape 29"/>
          <p:cNvSpPr/>
          <p:nvPr/>
        </p:nvSpPr>
        <p:spPr>
          <a:xfrm>
            <a:off x="3657600" y="3072384"/>
            <a:ext cx="1143000" cy="274320"/>
          </a:xfrm>
          <a:prstGeom prst="roundRect">
            <a:avLst>
              <a:gd name="adj" fmla="val 13333"/>
            </a:avLst>
          </a:prstGeom>
          <a:solidFill>
            <a:srgbClr val="2F6B3D"/>
          </a:solidFill>
          <a:ln/>
        </p:spPr>
        <p:txBody>
          <a:bodyPr/>
          <a:lstStyle/>
          <a:p>
            <a:endParaRPr lang="ko-KR" altLang="en-US"/>
          </a:p>
        </p:txBody>
      </p:sp>
      <p:sp>
        <p:nvSpPr>
          <p:cNvPr id="32" name="Text 30"/>
          <p:cNvSpPr txBox="1"/>
          <p:nvPr/>
        </p:nvSpPr>
        <p:spPr>
          <a:xfrm>
            <a:off x="3657600" y="3072384"/>
            <a:ext cx="1143000" cy="274320"/>
          </a:xfrm>
          <a:prstGeom prst="rect">
            <a:avLst/>
          </a:prstGeom>
          <a:noFill/>
          <a:ln/>
        </p:spPr>
        <p:txBody>
          <a:bodyPr wrap="square" lIns="0" tIns="0" rIns="0" bIns="0" rtlCol="0" anchor="ctr"/>
          <a:lstStyle/>
          <a:p>
            <a:pPr marL="0" indent="0" algn="ctr">
              <a:buNone/>
            </a:pPr>
            <a:r>
              <a:rPr lang="en-US" sz="850" dirty="0">
                <a:solidFill>
                  <a:srgbClr val="FFFFFF"/>
                </a:solidFill>
                <a:latin typeface="맑은 고딕" pitchFamily="34" charset="0"/>
                <a:ea typeface="맑은 고딕" pitchFamily="34" charset="-122"/>
                <a:cs typeface="맑은 고딕" pitchFamily="34" charset="-120"/>
              </a:rPr>
              <a:t>알림</a:t>
            </a:r>
            <a:endParaRPr lang="en-US" sz="850" dirty="0"/>
          </a:p>
        </p:txBody>
      </p:sp>
      <p:sp>
        <p:nvSpPr>
          <p:cNvPr id="33" name="Shape 31"/>
          <p:cNvSpPr/>
          <p:nvPr/>
        </p:nvSpPr>
        <p:spPr>
          <a:xfrm>
            <a:off x="4892040" y="3072384"/>
            <a:ext cx="1143000" cy="274320"/>
          </a:xfrm>
          <a:prstGeom prst="roundRect">
            <a:avLst>
              <a:gd name="adj" fmla="val 13333"/>
            </a:avLst>
          </a:prstGeom>
          <a:solidFill>
            <a:srgbClr val="2F6B3D"/>
          </a:solidFill>
          <a:ln/>
        </p:spPr>
        <p:txBody>
          <a:bodyPr/>
          <a:lstStyle/>
          <a:p>
            <a:endParaRPr lang="ko-KR" altLang="en-US"/>
          </a:p>
        </p:txBody>
      </p:sp>
      <p:sp>
        <p:nvSpPr>
          <p:cNvPr id="34" name="Text 32"/>
          <p:cNvSpPr txBox="1"/>
          <p:nvPr/>
        </p:nvSpPr>
        <p:spPr>
          <a:xfrm>
            <a:off x="4892040" y="3072384"/>
            <a:ext cx="1143000" cy="274320"/>
          </a:xfrm>
          <a:prstGeom prst="rect">
            <a:avLst/>
          </a:prstGeom>
          <a:noFill/>
          <a:ln/>
        </p:spPr>
        <p:txBody>
          <a:bodyPr wrap="square" lIns="0" tIns="0" rIns="0" bIns="0" rtlCol="0" anchor="ctr"/>
          <a:lstStyle/>
          <a:p>
            <a:pPr marL="0" indent="0" algn="ctr">
              <a:buNone/>
            </a:pPr>
            <a:r>
              <a:rPr lang="en-US" sz="850" dirty="0">
                <a:solidFill>
                  <a:srgbClr val="FFFFFF"/>
                </a:solidFill>
                <a:latin typeface="맑은 고딕" pitchFamily="34" charset="0"/>
                <a:ea typeface="맑은 고딕" pitchFamily="34" charset="-122"/>
                <a:cs typeface="맑은 고딕" pitchFamily="34" charset="-120"/>
              </a:rPr>
              <a:t>나이테·SBT</a:t>
            </a:r>
            <a:endParaRPr lang="en-US" sz="850" dirty="0"/>
          </a:p>
        </p:txBody>
      </p:sp>
      <p:sp>
        <p:nvSpPr>
          <p:cNvPr id="35" name="Text 33"/>
          <p:cNvSpPr txBox="1"/>
          <p:nvPr/>
        </p:nvSpPr>
        <p:spPr>
          <a:xfrm>
            <a:off x="3657600" y="3474720"/>
            <a:ext cx="2377440" cy="274320"/>
          </a:xfrm>
          <a:prstGeom prst="rect">
            <a:avLst/>
          </a:prstGeom>
          <a:noFill/>
          <a:ln/>
        </p:spPr>
        <p:txBody>
          <a:bodyPr wrap="square" lIns="0" tIns="0" rIns="0" bIns="0" rtlCol="0" anchor="ctr"/>
          <a:lstStyle/>
          <a:p>
            <a:pPr marL="0" indent="0">
              <a:buNone/>
            </a:pPr>
            <a:r>
              <a:rPr lang="en-US" sz="900" b="1" dirty="0">
                <a:solidFill>
                  <a:srgbClr val="B9D8A8"/>
                </a:solidFill>
                <a:latin typeface="맑은 고딕" pitchFamily="34" charset="0"/>
                <a:ea typeface="맑은 고딕" pitchFamily="34" charset="-122"/>
                <a:cs typeface="맑은 고딕" pitchFamily="34" charset="-120"/>
              </a:rPr>
              <a:t>▼  DBMS 저장</a:t>
            </a:r>
            <a:endParaRPr lang="en-US" sz="900" dirty="0"/>
          </a:p>
        </p:txBody>
      </p:sp>
      <p:sp>
        <p:nvSpPr>
          <p:cNvPr id="36" name="Shape 34"/>
          <p:cNvSpPr/>
          <p:nvPr/>
        </p:nvSpPr>
        <p:spPr>
          <a:xfrm>
            <a:off x="6537960" y="1664208"/>
            <a:ext cx="2148840" cy="1188720"/>
          </a:xfrm>
          <a:prstGeom prst="roundRect">
            <a:avLst>
              <a:gd name="adj" fmla="val 6154"/>
            </a:avLst>
          </a:prstGeom>
          <a:solidFill>
            <a:srgbClr val="FFFFFF"/>
          </a:solidFill>
          <a:ln w="12700">
            <a:solidFill>
              <a:srgbClr val="C9D6C3"/>
            </a:solidFill>
            <a:prstDash val="solid"/>
          </a:ln>
        </p:spPr>
        <p:txBody>
          <a:bodyPr/>
          <a:lstStyle/>
          <a:p>
            <a:endParaRPr lang="ko-KR" altLang="en-US"/>
          </a:p>
        </p:txBody>
      </p:sp>
      <p:sp>
        <p:nvSpPr>
          <p:cNvPr id="37" name="Text 35"/>
          <p:cNvSpPr txBox="1"/>
          <p:nvPr/>
        </p:nvSpPr>
        <p:spPr>
          <a:xfrm>
            <a:off x="6675120" y="1755648"/>
            <a:ext cx="1874520" cy="256032"/>
          </a:xfrm>
          <a:prstGeom prst="rect">
            <a:avLst/>
          </a:prstGeom>
          <a:noFill/>
          <a:ln/>
        </p:spPr>
        <p:txBody>
          <a:bodyPr wrap="square" lIns="0" tIns="0" rIns="0" bIns="0" rtlCol="0" anchor="ctr"/>
          <a:lstStyle/>
          <a:p>
            <a:pPr marL="0" indent="0">
              <a:buNone/>
            </a:pPr>
            <a:r>
              <a:rPr lang="en-US" sz="1150" b="1" dirty="0">
                <a:solidFill>
                  <a:srgbClr val="E8962E"/>
                </a:solidFill>
                <a:latin typeface="맑은 고딕" pitchFamily="34" charset="0"/>
                <a:ea typeface="맑은 고딕" pitchFamily="34" charset="-122"/>
                <a:cs typeface="맑은 고딕" pitchFamily="34" charset="-120"/>
              </a:rPr>
              <a:t>상태 계산 엔진 (일 배치)</a:t>
            </a:r>
            <a:endParaRPr lang="en-US" sz="1150" dirty="0"/>
          </a:p>
        </p:txBody>
      </p:sp>
      <p:sp>
        <p:nvSpPr>
          <p:cNvPr id="38" name="Text 36"/>
          <p:cNvSpPr txBox="1"/>
          <p:nvPr/>
        </p:nvSpPr>
        <p:spPr>
          <a:xfrm>
            <a:off x="6675120" y="2029968"/>
            <a:ext cx="1920240" cy="777240"/>
          </a:xfrm>
          <a:prstGeom prst="rect">
            <a:avLst/>
          </a:prstGeom>
          <a:noFill/>
          <a:ln/>
        </p:spPr>
        <p:txBody>
          <a:bodyPr wrap="square" lIns="0" tIns="0" rIns="0" bIns="0" rtlCol="0" anchor="ctr"/>
          <a:lstStyle/>
          <a:p>
            <a:pPr marL="164592" indent="-164592">
              <a:spcAft>
                <a:spcPts val="891"/>
              </a:spcAft>
              <a:buSzPct val="100000"/>
              <a:buChar char="•"/>
            </a:pPr>
            <a:r>
              <a:rPr lang="en-US" sz="900" dirty="0">
                <a:solidFill>
                  <a:srgbClr val="1E2B22"/>
                </a:solidFill>
                <a:latin typeface="맑은 고딕" pitchFamily="34" charset="0"/>
                <a:ea typeface="맑은 고딕" pitchFamily="34" charset="-122"/>
                <a:cs typeface="맑은 고딕" pitchFamily="34" charset="-120"/>
              </a:rPr>
              <a:t>물 필요도</a:t>
            </a:r>
            <a:endParaRPr lang="en-US" sz="900" dirty="0"/>
          </a:p>
          <a:p>
            <a:pPr marL="164592" indent="-164592">
              <a:spcAft>
                <a:spcPts val="891"/>
              </a:spcAft>
              <a:buSzPct val="100000"/>
              <a:buChar char="•"/>
            </a:pPr>
            <a:r>
              <a:rPr lang="en-US" sz="900" dirty="0">
                <a:solidFill>
                  <a:srgbClr val="1E2B22"/>
                </a:solidFill>
                <a:latin typeface="맑은 고딕" pitchFamily="34" charset="0"/>
                <a:ea typeface="맑은 고딕" pitchFamily="34" charset="-122"/>
                <a:cs typeface="맑은 고딕" pitchFamily="34" charset="-120"/>
              </a:rPr>
              <a:t>건강 상태</a:t>
            </a:r>
            <a:endParaRPr lang="en-US" sz="900" dirty="0"/>
          </a:p>
          <a:p>
            <a:pPr marL="164592" indent="-164592">
              <a:spcAft>
                <a:spcPts val="0"/>
              </a:spcAft>
              <a:buSzPct val="100000"/>
              <a:buChar char="•"/>
            </a:pPr>
            <a:r>
              <a:rPr lang="en-US" sz="900" dirty="0">
                <a:solidFill>
                  <a:srgbClr val="1E2B22"/>
                </a:solidFill>
                <a:latin typeface="맑은 고딕" pitchFamily="34" charset="0"/>
                <a:ea typeface="맑은 고딕" pitchFamily="34" charset="-122"/>
                <a:cs typeface="맑은 고딕" pitchFamily="34" charset="-120"/>
              </a:rPr>
              <a:t>시민 관찰 공백</a:t>
            </a:r>
            <a:endParaRPr lang="en-US" sz="900" dirty="0"/>
          </a:p>
        </p:txBody>
      </p:sp>
      <p:sp>
        <p:nvSpPr>
          <p:cNvPr id="39" name="Shape 37"/>
          <p:cNvSpPr/>
          <p:nvPr/>
        </p:nvSpPr>
        <p:spPr>
          <a:xfrm>
            <a:off x="6263640" y="2258568"/>
            <a:ext cx="274320" cy="0"/>
          </a:xfrm>
          <a:prstGeom prst="line">
            <a:avLst/>
          </a:prstGeom>
          <a:noFill/>
          <a:ln w="25400">
            <a:solidFill>
              <a:srgbClr val="E8962E"/>
            </a:solidFill>
            <a:prstDash val="solid"/>
            <a:headEnd type="triangle"/>
          </a:ln>
        </p:spPr>
        <p:txBody>
          <a:bodyPr/>
          <a:lstStyle/>
          <a:p>
            <a:endParaRPr lang="ko-KR" altLang="en-US"/>
          </a:p>
        </p:txBody>
      </p:sp>
      <p:sp>
        <p:nvSpPr>
          <p:cNvPr id="40" name="Shape 38"/>
          <p:cNvSpPr/>
          <p:nvPr/>
        </p:nvSpPr>
        <p:spPr>
          <a:xfrm>
            <a:off x="6537960" y="2971800"/>
            <a:ext cx="2148840" cy="1005840"/>
          </a:xfrm>
          <a:prstGeom prst="roundRect">
            <a:avLst>
              <a:gd name="adj" fmla="val 7273"/>
            </a:avLst>
          </a:prstGeom>
          <a:solidFill>
            <a:srgbClr val="F3F5F2"/>
          </a:solidFill>
          <a:ln w="12700">
            <a:solidFill>
              <a:srgbClr val="C9D6C3"/>
            </a:solidFill>
            <a:prstDash val="solid"/>
          </a:ln>
        </p:spPr>
        <p:txBody>
          <a:bodyPr/>
          <a:lstStyle/>
          <a:p>
            <a:endParaRPr lang="ko-KR" altLang="en-US"/>
          </a:p>
        </p:txBody>
      </p:sp>
      <p:sp>
        <p:nvSpPr>
          <p:cNvPr id="41" name="Text 39"/>
          <p:cNvSpPr txBox="1"/>
          <p:nvPr/>
        </p:nvSpPr>
        <p:spPr>
          <a:xfrm>
            <a:off x="6675120" y="3063240"/>
            <a:ext cx="1874520" cy="256032"/>
          </a:xfrm>
          <a:prstGeom prst="rect">
            <a:avLst/>
          </a:prstGeom>
          <a:noFill/>
          <a:ln/>
        </p:spPr>
        <p:txBody>
          <a:bodyPr wrap="square" lIns="0" tIns="0" rIns="0" bIns="0" rtlCol="0" anchor="ctr"/>
          <a:lstStyle/>
          <a:p>
            <a:pPr marL="0" indent="0">
              <a:buNone/>
            </a:pPr>
            <a:r>
              <a:rPr lang="en-US" sz="1150" b="1" dirty="0">
                <a:solidFill>
                  <a:srgbClr val="5B6B60"/>
                </a:solidFill>
                <a:latin typeface="맑은 고딕" pitchFamily="34" charset="0"/>
                <a:ea typeface="맑은 고딕" pitchFamily="34" charset="-122"/>
                <a:cs typeface="맑은 고딕" pitchFamily="34" charset="-120"/>
              </a:rPr>
              <a:t>외부 공공데이터</a:t>
            </a:r>
            <a:endParaRPr lang="en-US" sz="1150" dirty="0"/>
          </a:p>
        </p:txBody>
      </p:sp>
      <p:sp>
        <p:nvSpPr>
          <p:cNvPr id="42" name="Text 40"/>
          <p:cNvSpPr txBox="1"/>
          <p:nvPr/>
        </p:nvSpPr>
        <p:spPr>
          <a:xfrm>
            <a:off x="6675120" y="3337560"/>
            <a:ext cx="1920240" cy="594360"/>
          </a:xfrm>
          <a:prstGeom prst="rect">
            <a:avLst/>
          </a:prstGeom>
          <a:noFill/>
          <a:ln/>
        </p:spPr>
        <p:txBody>
          <a:bodyPr wrap="square" lIns="0" tIns="0" rIns="0" bIns="0" rtlCol="0" anchor="ctr"/>
          <a:lstStyle/>
          <a:p>
            <a:pPr marL="164592" indent="-164592">
              <a:spcAft>
                <a:spcPts val="1505"/>
              </a:spcAft>
              <a:buSzPct val="100000"/>
              <a:buChar char="•"/>
            </a:pPr>
            <a:r>
              <a:rPr lang="en-US" sz="900" dirty="0">
                <a:solidFill>
                  <a:srgbClr val="1E2B22"/>
                </a:solidFill>
                <a:latin typeface="맑은 고딕" pitchFamily="34" charset="0"/>
                <a:ea typeface="맑은 고딕" pitchFamily="34" charset="-122"/>
                <a:cs typeface="맑은 고딕" pitchFamily="34" charset="-120"/>
              </a:rPr>
              <a:t>서울시 가로수 위치</a:t>
            </a:r>
            <a:endParaRPr lang="en-US" sz="900" dirty="0"/>
          </a:p>
          <a:p>
            <a:pPr marL="164592" indent="-164592">
              <a:spcAft>
                <a:spcPts val="0"/>
              </a:spcAft>
              <a:buSzPct val="100000"/>
              <a:buChar char="•"/>
            </a:pPr>
            <a:r>
              <a:rPr lang="en-US" sz="900" dirty="0">
                <a:solidFill>
                  <a:srgbClr val="1E2B22"/>
                </a:solidFill>
                <a:latin typeface="맑은 고딕" pitchFamily="34" charset="0"/>
                <a:ea typeface="맑은 고딕" pitchFamily="34" charset="-122"/>
                <a:cs typeface="맑은 고딕" pitchFamily="34" charset="-120"/>
              </a:rPr>
              <a:t>기상청 강수·기온 API</a:t>
            </a:r>
            <a:endParaRPr lang="en-US" sz="900" dirty="0"/>
          </a:p>
        </p:txBody>
      </p:sp>
      <p:sp>
        <p:nvSpPr>
          <p:cNvPr id="43" name="Shape 41"/>
          <p:cNvSpPr/>
          <p:nvPr/>
        </p:nvSpPr>
        <p:spPr>
          <a:xfrm>
            <a:off x="7607808" y="2862072"/>
            <a:ext cx="0" cy="109728"/>
          </a:xfrm>
          <a:prstGeom prst="line">
            <a:avLst/>
          </a:prstGeom>
          <a:noFill/>
          <a:ln w="25400">
            <a:solidFill>
              <a:srgbClr val="E8962E"/>
            </a:solidFill>
            <a:prstDash val="solid"/>
            <a:headEnd type="triangle"/>
          </a:ln>
        </p:spPr>
        <p:txBody>
          <a:bodyPr/>
          <a:lstStyle/>
          <a:p>
            <a:endParaRPr lang="ko-KR" altLang="en-US"/>
          </a:p>
        </p:txBody>
      </p:sp>
      <p:sp>
        <p:nvSpPr>
          <p:cNvPr id="44" name="Text 42"/>
          <p:cNvSpPr txBox="1"/>
          <p:nvPr/>
        </p:nvSpPr>
        <p:spPr>
          <a:xfrm>
            <a:off x="457200" y="4160520"/>
            <a:ext cx="822960" cy="274320"/>
          </a:xfrm>
          <a:prstGeom prst="rect">
            <a:avLst/>
          </a:prstGeom>
          <a:noFill/>
          <a:ln/>
        </p:spPr>
        <p:txBody>
          <a:bodyPr wrap="square" lIns="0" tIns="0" rIns="0" bIns="0" rtlCol="0" anchor="ctr"/>
          <a:lstStyle/>
          <a:p>
            <a:pPr marL="0" indent="0">
              <a:buNone/>
            </a:pPr>
            <a:r>
              <a:rPr lang="en-US" sz="950" b="1" dirty="0">
                <a:solidFill>
                  <a:srgbClr val="1F4D2B"/>
                </a:solidFill>
                <a:latin typeface="맑은 고딕" pitchFamily="34" charset="0"/>
                <a:ea typeface="맑은 고딕" pitchFamily="34" charset="-122"/>
                <a:cs typeface="맑은 고딕" pitchFamily="34" charset="-120"/>
              </a:rPr>
              <a:t>물 필요도</a:t>
            </a:r>
            <a:endParaRPr lang="en-US" sz="950" dirty="0"/>
          </a:p>
        </p:txBody>
      </p:sp>
      <p:sp>
        <p:nvSpPr>
          <p:cNvPr id="45" name="Shape 43"/>
          <p:cNvSpPr/>
          <p:nvPr/>
        </p:nvSpPr>
        <p:spPr>
          <a:xfrm>
            <a:off x="1325880" y="4160520"/>
            <a:ext cx="868680" cy="274320"/>
          </a:xfrm>
          <a:prstGeom prst="roundRect">
            <a:avLst>
              <a:gd name="adj" fmla="val 40000"/>
            </a:avLst>
          </a:prstGeom>
          <a:solidFill>
            <a:srgbClr val="6FA35A"/>
          </a:solidFill>
          <a:ln/>
        </p:spPr>
        <p:txBody>
          <a:bodyPr/>
          <a:lstStyle/>
          <a:p>
            <a:endParaRPr lang="ko-KR" altLang="en-US"/>
          </a:p>
        </p:txBody>
      </p:sp>
      <p:sp>
        <p:nvSpPr>
          <p:cNvPr id="46" name="Text 44"/>
          <p:cNvSpPr txBox="1"/>
          <p:nvPr/>
        </p:nvSpPr>
        <p:spPr>
          <a:xfrm>
            <a:off x="1325880" y="4160520"/>
            <a:ext cx="86868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맑은 고딕" pitchFamily="34" charset="0"/>
                <a:ea typeface="맑은 고딕" pitchFamily="34" charset="-122"/>
                <a:cs typeface="맑은 고딕" pitchFamily="34" charset="-120"/>
              </a:rPr>
              <a:t>충분</a:t>
            </a:r>
            <a:endParaRPr lang="en-US" sz="900" dirty="0"/>
          </a:p>
        </p:txBody>
      </p:sp>
      <p:sp>
        <p:nvSpPr>
          <p:cNvPr id="47" name="Shape 45"/>
          <p:cNvSpPr/>
          <p:nvPr/>
        </p:nvSpPr>
        <p:spPr>
          <a:xfrm>
            <a:off x="2286000" y="4160520"/>
            <a:ext cx="868680" cy="274320"/>
          </a:xfrm>
          <a:prstGeom prst="roundRect">
            <a:avLst>
              <a:gd name="adj" fmla="val 40000"/>
            </a:avLst>
          </a:prstGeom>
          <a:solidFill>
            <a:srgbClr val="C9B24A"/>
          </a:solidFill>
          <a:ln/>
        </p:spPr>
        <p:txBody>
          <a:bodyPr/>
          <a:lstStyle/>
          <a:p>
            <a:endParaRPr lang="ko-KR" altLang="en-US"/>
          </a:p>
        </p:txBody>
      </p:sp>
      <p:sp>
        <p:nvSpPr>
          <p:cNvPr id="48" name="Text 46"/>
          <p:cNvSpPr txBox="1"/>
          <p:nvPr/>
        </p:nvSpPr>
        <p:spPr>
          <a:xfrm>
            <a:off x="2286000" y="4160520"/>
            <a:ext cx="86868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맑은 고딕" pitchFamily="34" charset="0"/>
                <a:ea typeface="맑은 고딕" pitchFamily="34" charset="-122"/>
                <a:cs typeface="맑은 고딕" pitchFamily="34" charset="-120"/>
              </a:rPr>
              <a:t>보통</a:t>
            </a:r>
            <a:endParaRPr lang="en-US" sz="900" dirty="0"/>
          </a:p>
        </p:txBody>
      </p:sp>
      <p:sp>
        <p:nvSpPr>
          <p:cNvPr id="49" name="Shape 47"/>
          <p:cNvSpPr/>
          <p:nvPr/>
        </p:nvSpPr>
        <p:spPr>
          <a:xfrm>
            <a:off x="3246120" y="4160520"/>
            <a:ext cx="868680" cy="274320"/>
          </a:xfrm>
          <a:prstGeom prst="roundRect">
            <a:avLst>
              <a:gd name="adj" fmla="val 40000"/>
            </a:avLst>
          </a:prstGeom>
          <a:solidFill>
            <a:srgbClr val="E8962E"/>
          </a:solidFill>
          <a:ln/>
        </p:spPr>
        <p:txBody>
          <a:bodyPr/>
          <a:lstStyle/>
          <a:p>
            <a:endParaRPr lang="ko-KR" altLang="en-US"/>
          </a:p>
        </p:txBody>
      </p:sp>
      <p:sp>
        <p:nvSpPr>
          <p:cNvPr id="50" name="Text 48"/>
          <p:cNvSpPr txBox="1"/>
          <p:nvPr/>
        </p:nvSpPr>
        <p:spPr>
          <a:xfrm>
            <a:off x="3246120" y="4160520"/>
            <a:ext cx="86868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맑은 고딕" pitchFamily="34" charset="0"/>
                <a:ea typeface="맑은 고딕" pitchFamily="34" charset="-122"/>
                <a:cs typeface="맑은 고딕" pitchFamily="34" charset="-120"/>
              </a:rPr>
              <a:t>목마름</a:t>
            </a:r>
            <a:endParaRPr lang="en-US" sz="900" dirty="0"/>
          </a:p>
        </p:txBody>
      </p:sp>
      <p:sp>
        <p:nvSpPr>
          <p:cNvPr id="51" name="Text 49"/>
          <p:cNvSpPr txBox="1"/>
          <p:nvPr/>
        </p:nvSpPr>
        <p:spPr>
          <a:xfrm>
            <a:off x="4617720" y="4160520"/>
            <a:ext cx="822960" cy="274320"/>
          </a:xfrm>
          <a:prstGeom prst="rect">
            <a:avLst/>
          </a:prstGeom>
          <a:noFill/>
          <a:ln/>
        </p:spPr>
        <p:txBody>
          <a:bodyPr wrap="square" lIns="0" tIns="0" rIns="0" bIns="0" rtlCol="0" anchor="ctr"/>
          <a:lstStyle/>
          <a:p>
            <a:pPr marL="0" indent="0">
              <a:buNone/>
            </a:pPr>
            <a:r>
              <a:rPr lang="en-US" sz="950" b="1" dirty="0">
                <a:solidFill>
                  <a:srgbClr val="1F4D2B"/>
                </a:solidFill>
                <a:latin typeface="맑은 고딕" pitchFamily="34" charset="0"/>
                <a:ea typeface="맑은 고딕" pitchFamily="34" charset="-122"/>
                <a:cs typeface="맑은 고딕" pitchFamily="34" charset="-120"/>
              </a:rPr>
              <a:t>건강 상태</a:t>
            </a:r>
            <a:endParaRPr lang="en-US" sz="950" dirty="0"/>
          </a:p>
        </p:txBody>
      </p:sp>
      <p:sp>
        <p:nvSpPr>
          <p:cNvPr id="52" name="Shape 50"/>
          <p:cNvSpPr/>
          <p:nvPr/>
        </p:nvSpPr>
        <p:spPr>
          <a:xfrm>
            <a:off x="5486400" y="4160520"/>
            <a:ext cx="868680" cy="274320"/>
          </a:xfrm>
          <a:prstGeom prst="roundRect">
            <a:avLst>
              <a:gd name="adj" fmla="val 40000"/>
            </a:avLst>
          </a:prstGeom>
          <a:solidFill>
            <a:srgbClr val="6FA35A"/>
          </a:solidFill>
          <a:ln/>
        </p:spPr>
        <p:txBody>
          <a:bodyPr/>
          <a:lstStyle/>
          <a:p>
            <a:endParaRPr lang="ko-KR" altLang="en-US"/>
          </a:p>
        </p:txBody>
      </p:sp>
      <p:sp>
        <p:nvSpPr>
          <p:cNvPr id="53" name="Text 51"/>
          <p:cNvSpPr txBox="1"/>
          <p:nvPr/>
        </p:nvSpPr>
        <p:spPr>
          <a:xfrm>
            <a:off x="5486400" y="4160520"/>
            <a:ext cx="86868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맑은 고딕" pitchFamily="34" charset="0"/>
                <a:ea typeface="맑은 고딕" pitchFamily="34" charset="-122"/>
                <a:cs typeface="맑은 고딕" pitchFamily="34" charset="-120"/>
              </a:rPr>
              <a:t>양호</a:t>
            </a:r>
            <a:endParaRPr lang="en-US" sz="900" dirty="0"/>
          </a:p>
        </p:txBody>
      </p:sp>
      <p:sp>
        <p:nvSpPr>
          <p:cNvPr id="54" name="Shape 52"/>
          <p:cNvSpPr/>
          <p:nvPr/>
        </p:nvSpPr>
        <p:spPr>
          <a:xfrm>
            <a:off x="6446520" y="4160520"/>
            <a:ext cx="868680" cy="274320"/>
          </a:xfrm>
          <a:prstGeom prst="roundRect">
            <a:avLst>
              <a:gd name="adj" fmla="val 40000"/>
            </a:avLst>
          </a:prstGeom>
          <a:solidFill>
            <a:srgbClr val="C9B24A"/>
          </a:solidFill>
          <a:ln/>
        </p:spPr>
        <p:txBody>
          <a:bodyPr/>
          <a:lstStyle/>
          <a:p>
            <a:endParaRPr lang="ko-KR" altLang="en-US"/>
          </a:p>
        </p:txBody>
      </p:sp>
      <p:sp>
        <p:nvSpPr>
          <p:cNvPr id="55" name="Text 53"/>
          <p:cNvSpPr txBox="1"/>
          <p:nvPr/>
        </p:nvSpPr>
        <p:spPr>
          <a:xfrm>
            <a:off x="6446520" y="4160520"/>
            <a:ext cx="86868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맑은 고딕" pitchFamily="34" charset="0"/>
                <a:ea typeface="맑은 고딕" pitchFamily="34" charset="-122"/>
                <a:cs typeface="맑은 고딕" pitchFamily="34" charset="-120"/>
              </a:rPr>
              <a:t>확인 필요</a:t>
            </a:r>
            <a:endParaRPr lang="en-US" sz="900" dirty="0"/>
          </a:p>
        </p:txBody>
      </p:sp>
      <p:sp>
        <p:nvSpPr>
          <p:cNvPr id="56" name="Shape 54"/>
          <p:cNvSpPr/>
          <p:nvPr/>
        </p:nvSpPr>
        <p:spPr>
          <a:xfrm>
            <a:off x="7406640" y="4160520"/>
            <a:ext cx="868680" cy="274320"/>
          </a:xfrm>
          <a:prstGeom prst="roundRect">
            <a:avLst>
              <a:gd name="adj" fmla="val 40000"/>
            </a:avLst>
          </a:prstGeom>
          <a:solidFill>
            <a:srgbClr val="C0503A"/>
          </a:solidFill>
          <a:ln/>
        </p:spPr>
        <p:txBody>
          <a:bodyPr/>
          <a:lstStyle/>
          <a:p>
            <a:endParaRPr lang="ko-KR" altLang="en-US"/>
          </a:p>
        </p:txBody>
      </p:sp>
      <p:sp>
        <p:nvSpPr>
          <p:cNvPr id="57" name="Text 55"/>
          <p:cNvSpPr txBox="1"/>
          <p:nvPr/>
        </p:nvSpPr>
        <p:spPr>
          <a:xfrm>
            <a:off x="7406640" y="4160520"/>
            <a:ext cx="86868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맑은 고딕" pitchFamily="34" charset="0"/>
                <a:ea typeface="맑은 고딕" pitchFamily="34" charset="-122"/>
                <a:cs typeface="맑은 고딕" pitchFamily="34" charset="-120"/>
              </a:rPr>
              <a:t>긴급</a:t>
            </a:r>
            <a:endParaRPr lang="en-US" sz="900" dirty="0"/>
          </a:p>
        </p:txBody>
      </p:sp>
      <p:sp>
        <p:nvSpPr>
          <p:cNvPr id="58" name="Text 56"/>
          <p:cNvSpPr txBox="1"/>
          <p:nvPr/>
        </p:nvSpPr>
        <p:spPr>
          <a:xfrm>
            <a:off x="457200" y="4553712"/>
            <a:ext cx="6858000" cy="201168"/>
          </a:xfrm>
          <a:prstGeom prst="rect">
            <a:avLst/>
          </a:prstGeom>
          <a:noFill/>
          <a:ln/>
        </p:spPr>
        <p:txBody>
          <a:bodyPr wrap="square" lIns="0" tIns="0" rIns="0" bIns="0" rtlCol="0" anchor="ctr"/>
          <a:lstStyle/>
          <a:p>
            <a:pPr marL="0" indent="0">
              <a:buNone/>
            </a:pPr>
            <a:r>
              <a:rPr lang="en-US" sz="800" dirty="0">
                <a:solidFill>
                  <a:srgbClr val="5B6B60"/>
                </a:solidFill>
                <a:latin typeface="맑은 고딕" pitchFamily="34" charset="0"/>
                <a:ea typeface="맑은 고딕" pitchFamily="34" charset="-122"/>
                <a:cs typeface="맑은 고딕" pitchFamily="34" charset="-120"/>
              </a:rPr>
              <a:t>기술 스택(예시, 팀 확정 필요): React · 카카오맵/네이버 지도 API · D3.js / Node.js 또는 Spring Boot / MySQL 또는 PostgreSQL</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47472"/>
            <a:ext cx="310896" cy="310896"/>
          </a:xfrm>
          <a:prstGeom prst="ellipse">
            <a:avLst/>
          </a:prstGeom>
          <a:solidFill>
            <a:srgbClr val="1F4D2B"/>
          </a:solidFill>
          <a:ln/>
        </p:spPr>
        <p:txBody>
          <a:bodyPr/>
          <a:lstStyle/>
          <a:p>
            <a:endParaRPr lang="ko-KR" altLang="en-US"/>
          </a:p>
        </p:txBody>
      </p:sp>
      <p:sp>
        <p:nvSpPr>
          <p:cNvPr id="3" name="Text 1"/>
          <p:cNvSpPr txBox="1"/>
          <p:nvPr/>
        </p:nvSpPr>
        <p:spPr>
          <a:xfrm>
            <a:off x="457200" y="347472"/>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8</a:t>
            </a:r>
            <a:endParaRPr lang="en-US" sz="1200" dirty="0"/>
          </a:p>
        </p:txBody>
      </p:sp>
      <p:sp>
        <p:nvSpPr>
          <p:cNvPr id="4" name="Text 2"/>
          <p:cNvSpPr txBox="1"/>
          <p:nvPr/>
        </p:nvSpPr>
        <p:spPr>
          <a:xfrm>
            <a:off x="868680" y="347472"/>
            <a:ext cx="2743200" cy="310896"/>
          </a:xfrm>
          <a:prstGeom prst="rect">
            <a:avLst/>
          </a:prstGeom>
          <a:noFill/>
          <a:ln/>
        </p:spPr>
        <p:txBody>
          <a:bodyPr wrap="square" lIns="0" tIns="0" rIns="0" bIns="0" rtlCol="0" anchor="ctr"/>
          <a:lstStyle/>
          <a:p>
            <a:pPr marL="0" indent="0">
              <a:buNone/>
            </a:pPr>
            <a:r>
              <a:rPr lang="en-US" sz="1200" b="1" dirty="0">
                <a:solidFill>
                  <a:srgbClr val="6FA35A"/>
                </a:solidFill>
                <a:latin typeface="맑은 고딕" pitchFamily="34" charset="0"/>
                <a:ea typeface="맑은 고딕" pitchFamily="34" charset="-122"/>
                <a:cs typeface="맑은 고딕" pitchFamily="34" charset="-120"/>
              </a:rPr>
              <a:t>차별성</a:t>
            </a:r>
            <a:endParaRPr lang="en-US" sz="1200" dirty="0"/>
          </a:p>
        </p:txBody>
      </p:sp>
      <p:sp>
        <p:nvSpPr>
          <p:cNvPr id="5" name="Text 3"/>
          <p:cNvSpPr txBox="1"/>
          <p:nvPr/>
        </p:nvSpPr>
        <p:spPr>
          <a:xfrm>
            <a:off x="457200" y="749808"/>
            <a:ext cx="8229600" cy="548640"/>
          </a:xfrm>
          <a:prstGeom prst="rect">
            <a:avLst/>
          </a:prstGeom>
          <a:noFill/>
          <a:ln/>
        </p:spPr>
        <p:txBody>
          <a:bodyPr wrap="square" lIns="0" tIns="0" rIns="0" bIns="0" rtlCol="0" anchor="ctr"/>
          <a:lstStyle/>
          <a:p>
            <a:pPr marL="0" indent="0">
              <a:buNone/>
            </a:pPr>
            <a:r>
              <a:rPr lang="en-US" sz="2400" b="1" dirty="0">
                <a:solidFill>
                  <a:srgbClr val="1F4D2B"/>
                </a:solidFill>
                <a:latin typeface="맑은 고딕" pitchFamily="34" charset="0"/>
                <a:ea typeface="맑은 고딕" pitchFamily="34" charset="-122"/>
                <a:cs typeface="맑은 고딕" pitchFamily="34" charset="-120"/>
              </a:rPr>
              <a:t>흩어진 정서·돌봄·재원·행정을 하나로 잇는다</a:t>
            </a:r>
            <a:endParaRPr lang="en-US" sz="2400" dirty="0"/>
          </a:p>
        </p:txBody>
      </p:sp>
      <p:sp>
        <p:nvSpPr>
          <p:cNvPr id="6" name="Text 4"/>
          <p:cNvSpPr txBox="1"/>
          <p:nvPr/>
        </p:nvSpPr>
        <p:spPr>
          <a:xfrm>
            <a:off x="5943600" y="4800600"/>
            <a:ext cx="2743200" cy="201168"/>
          </a:xfrm>
          <a:prstGeom prst="rect">
            <a:avLst/>
          </a:prstGeom>
          <a:noFill/>
          <a:ln/>
        </p:spPr>
        <p:txBody>
          <a:bodyPr wrap="square" lIns="0" tIns="0" rIns="0" bIns="0" rtlCol="0" anchor="ctr"/>
          <a:lstStyle/>
          <a:p>
            <a:pPr marL="0" indent="0" algn="r">
              <a:buNone/>
            </a:pPr>
            <a:r>
              <a:rPr lang="en-US" sz="800" dirty="0">
                <a:solidFill>
                  <a:srgbClr val="5B6B60"/>
                </a:solidFill>
                <a:latin typeface="맑은 고딕" pitchFamily="34" charset="0"/>
                <a:ea typeface="맑은 고딕" pitchFamily="34" charset="-122"/>
                <a:cs typeface="맑은 고딕" pitchFamily="34" charset="-120"/>
              </a:rPr>
              <a:t>서울 TreeMate  |  8 / 10</a:t>
            </a:r>
            <a:endParaRPr lang="en-US" sz="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8229600" cy="2761488"/>
        </p:xfrm>
        <a:graphic>
          <a:graphicData uri="http://schemas.openxmlformats.org/drawingml/2006/table">
            <a:tbl>
              <a:tblPr/>
              <a:tblGrid>
                <a:gridCol w="1371600">
                  <a:extLst>
                    <a:ext uri="{9D8B030D-6E8A-4147-A177-3AD203B41FA5}">
                      <a16:colId xmlns:a16="http://schemas.microsoft.com/office/drawing/2014/main" val="20000"/>
                    </a:ext>
                  </a:extLst>
                </a:gridCol>
                <a:gridCol w="3246120">
                  <a:extLst>
                    <a:ext uri="{9D8B030D-6E8A-4147-A177-3AD203B41FA5}">
                      <a16:colId xmlns:a16="http://schemas.microsoft.com/office/drawing/2014/main" val="20001"/>
                    </a:ext>
                  </a:extLst>
                </a:gridCol>
                <a:gridCol w="3611880">
                  <a:extLst>
                    <a:ext uri="{9D8B030D-6E8A-4147-A177-3AD203B41FA5}">
                      <a16:colId xmlns:a16="http://schemas.microsoft.com/office/drawing/2014/main" val="20002"/>
                    </a:ext>
                  </a:extLst>
                </a:gridCol>
              </a:tblGrid>
              <a:tr h="365760">
                <a:tc>
                  <a:txBody>
                    <a:bodyPr/>
                    <a:lstStyle/>
                    <a:p>
                      <a:pPr marL="0" indent="0" algn="ctr">
                        <a:buNone/>
                      </a:pPr>
                      <a:r>
                        <a:rPr lang="en-US" sz="1150" b="1" dirty="0">
                          <a:solidFill>
                            <a:srgbClr val="FFFFFF"/>
                          </a:solidFill>
                          <a:latin typeface="맑은 고딕" pitchFamily="34" charset="0"/>
                          <a:ea typeface="맑은 고딕" pitchFamily="34" charset="-122"/>
                          <a:cs typeface="맑은 고딕" pitchFamily="34" charset="-120"/>
                        </a:rPr>
                        <a:t>구분</a:t>
                      </a:r>
                      <a:endParaRPr lang="en-US" sz="1150" dirty="0">
                        <a:latin typeface="맑은 고딕" charset="0"/>
                        <a:ea typeface="맑은 고딕" charset="0"/>
                        <a:cs typeface="맑은 고딕" charset="0"/>
                      </a:endParaRPr>
                    </a:p>
                  </a:txBody>
                  <a:tcPr marL="109728" marR="109728" marT="36576" marB="36576" anchor="ctr">
                    <a:lnL w="9525" cap="flat" cmpd="sng" algn="ctr">
                      <a:solidFill>
                        <a:srgbClr val="C9D6C3"/>
                      </a:solidFill>
                      <a:prstDash val="solid"/>
                      <a:round/>
                      <a:headEnd type="none" w="med" len="med"/>
                      <a:tailEnd type="none" w="med" len="med"/>
                    </a:lnL>
                    <a:lnR w="9525" cap="flat" cmpd="sng" algn="ctr">
                      <a:solidFill>
                        <a:srgbClr val="C9D6C3"/>
                      </a:solidFill>
                      <a:prstDash val="solid"/>
                      <a:round/>
                      <a:headEnd type="none" w="med" len="med"/>
                      <a:tailEnd type="none" w="med" len="med"/>
                    </a:lnR>
                    <a:lnT w="9525" cap="flat" cmpd="sng" algn="ctr">
                      <a:solidFill>
                        <a:srgbClr val="C9D6C3"/>
                      </a:solidFill>
                      <a:prstDash val="solid"/>
                      <a:round/>
                      <a:headEnd type="none" w="med" len="med"/>
                      <a:tailEnd type="none" w="med" len="med"/>
                    </a:lnT>
                    <a:lnB w="9525" cap="flat" cmpd="sng" algn="ctr">
                      <a:solidFill>
                        <a:srgbClr val="C9D6C3"/>
                      </a:solidFill>
                      <a:prstDash val="solid"/>
                      <a:round/>
                      <a:headEnd type="none" w="med" len="med"/>
                      <a:tailEnd type="none" w="med" len="med"/>
                    </a:lnB>
                    <a:solidFill>
                      <a:srgbClr val="1F4D2B"/>
                    </a:solidFill>
                  </a:tcPr>
                </a:tc>
                <a:tc>
                  <a:txBody>
                    <a:bodyPr/>
                    <a:lstStyle/>
                    <a:p>
                      <a:pPr marL="0" indent="0" algn="ctr">
                        <a:buNone/>
                      </a:pPr>
                      <a:r>
                        <a:rPr lang="en-US" sz="1150" b="1" dirty="0">
                          <a:solidFill>
                            <a:srgbClr val="FFFFFF"/>
                          </a:solidFill>
                          <a:latin typeface="맑은 고딕" pitchFamily="34" charset="0"/>
                          <a:ea typeface="맑은 고딕" pitchFamily="34" charset="-122"/>
                          <a:cs typeface="맑은 고딕" pitchFamily="34" charset="-120"/>
                        </a:rPr>
                        <a:t>기존 사례</a:t>
                      </a:r>
                      <a:endParaRPr lang="en-US" sz="1150" dirty="0">
                        <a:latin typeface="맑은 고딕" charset="0"/>
                        <a:ea typeface="맑은 고딕" charset="0"/>
                        <a:cs typeface="맑은 고딕" charset="0"/>
                      </a:endParaRPr>
                    </a:p>
                  </a:txBody>
                  <a:tcPr marL="109728" marR="109728" marT="36576" marB="36576" anchor="ctr">
                    <a:lnL w="9525" cap="flat" cmpd="sng" algn="ctr">
                      <a:solidFill>
                        <a:srgbClr val="C9D6C3"/>
                      </a:solidFill>
                      <a:prstDash val="solid"/>
                      <a:round/>
                      <a:headEnd type="none" w="med" len="med"/>
                      <a:tailEnd type="none" w="med" len="med"/>
                    </a:lnL>
                    <a:lnR w="9525" cap="flat" cmpd="sng" algn="ctr">
                      <a:solidFill>
                        <a:srgbClr val="C9D6C3"/>
                      </a:solidFill>
                      <a:prstDash val="solid"/>
                      <a:round/>
                      <a:headEnd type="none" w="med" len="med"/>
                      <a:tailEnd type="none" w="med" len="med"/>
                    </a:lnR>
                    <a:lnT w="9525" cap="flat" cmpd="sng" algn="ctr">
                      <a:solidFill>
                        <a:srgbClr val="C9D6C3"/>
                      </a:solidFill>
                      <a:prstDash val="solid"/>
                      <a:round/>
                      <a:headEnd type="none" w="med" len="med"/>
                      <a:tailEnd type="none" w="med" len="med"/>
                    </a:lnT>
                    <a:lnB w="9525" cap="flat" cmpd="sng" algn="ctr">
                      <a:solidFill>
                        <a:srgbClr val="C9D6C3"/>
                      </a:solidFill>
                      <a:prstDash val="solid"/>
                      <a:round/>
                      <a:headEnd type="none" w="med" len="med"/>
                      <a:tailEnd type="none" w="med" len="med"/>
                    </a:lnB>
                    <a:solidFill>
                      <a:srgbClr val="1F4D2B"/>
                    </a:solidFill>
                  </a:tcPr>
                </a:tc>
                <a:tc>
                  <a:txBody>
                    <a:bodyPr/>
                    <a:lstStyle/>
                    <a:p>
                      <a:pPr marL="0" indent="0" algn="ctr">
                        <a:buNone/>
                      </a:pPr>
                      <a:r>
                        <a:rPr lang="en-US" sz="1150" b="1" dirty="0">
                          <a:solidFill>
                            <a:srgbClr val="FFFFFF"/>
                          </a:solidFill>
                          <a:latin typeface="맑은 고딕" pitchFamily="34" charset="0"/>
                          <a:ea typeface="맑은 고딕" pitchFamily="34" charset="-122"/>
                          <a:cs typeface="맑은 고딕" pitchFamily="34" charset="-120"/>
                        </a:rPr>
                        <a:t>TreeMate</a:t>
                      </a:r>
                      <a:endParaRPr lang="en-US" sz="1150" dirty="0">
                        <a:latin typeface="맑은 고딕" charset="0"/>
                        <a:ea typeface="맑은 고딕" charset="0"/>
                        <a:cs typeface="맑은 고딕" charset="0"/>
                      </a:endParaRPr>
                    </a:p>
                  </a:txBody>
                  <a:tcPr marL="109728" marR="109728" marT="36576" marB="36576" anchor="ctr">
                    <a:lnL w="9525" cap="flat" cmpd="sng" algn="ctr">
                      <a:solidFill>
                        <a:srgbClr val="C9D6C3"/>
                      </a:solidFill>
                      <a:prstDash val="solid"/>
                      <a:round/>
                      <a:headEnd type="none" w="med" len="med"/>
                      <a:tailEnd type="none" w="med" len="med"/>
                    </a:lnL>
                    <a:lnR w="9525" cap="flat" cmpd="sng" algn="ctr">
                      <a:solidFill>
                        <a:srgbClr val="C9D6C3"/>
                      </a:solidFill>
                      <a:prstDash val="solid"/>
                      <a:round/>
                      <a:headEnd type="none" w="med" len="med"/>
                      <a:tailEnd type="none" w="med" len="med"/>
                    </a:lnR>
                    <a:lnT w="9525" cap="flat" cmpd="sng" algn="ctr">
                      <a:solidFill>
                        <a:srgbClr val="C9D6C3"/>
                      </a:solidFill>
                      <a:prstDash val="solid"/>
                      <a:round/>
                      <a:headEnd type="none" w="med" len="med"/>
                      <a:tailEnd type="none" w="med" len="med"/>
                    </a:lnT>
                    <a:lnB w="9525" cap="flat" cmpd="sng" algn="ctr">
                      <a:solidFill>
                        <a:srgbClr val="C9D6C3"/>
                      </a:solidFill>
                      <a:prstDash val="solid"/>
                      <a:round/>
                      <a:headEnd type="none" w="med" len="med"/>
                      <a:tailEnd type="none" w="med" len="med"/>
                    </a:lnB>
                    <a:solidFill>
                      <a:srgbClr val="6FA35A"/>
                    </a:solidFill>
                  </a:tcPr>
                </a:tc>
                <a:extLst>
                  <a:ext uri="{0D108BD9-81ED-4DB2-BD59-A6C34878D82A}">
                    <a16:rowId xmlns:a16="http://schemas.microsoft.com/office/drawing/2014/main" val="10000"/>
                  </a:ext>
                </a:extLst>
              </a:tr>
              <a:tr h="566928">
                <a:tc>
                  <a:txBody>
                    <a:bodyPr/>
                    <a:lstStyle/>
                    <a:p>
                      <a:pPr marL="0" indent="0" algn="ctr">
                        <a:buNone/>
                      </a:pPr>
                      <a:r>
                        <a:rPr lang="en-US" sz="1050" b="1" dirty="0">
                          <a:solidFill>
                            <a:srgbClr val="1F4D2B"/>
                          </a:solidFill>
                          <a:latin typeface="맑은 고딕" pitchFamily="34" charset="0"/>
                          <a:ea typeface="맑은 고딕" pitchFamily="34" charset="-122"/>
                          <a:cs typeface="맑은 고딕" pitchFamily="34" charset="-120"/>
                        </a:rPr>
                        <a:t>정서적 관계</a:t>
                      </a:r>
                      <a:endParaRPr lang="en-US" sz="1050" dirty="0">
                        <a:latin typeface="맑은 고딕" charset="0"/>
                        <a:ea typeface="맑은 고딕" charset="0"/>
                        <a:cs typeface="맑은 고딕" charset="0"/>
                      </a:endParaRPr>
                    </a:p>
                  </a:txBody>
                  <a:tcPr marL="109728" marR="109728" marT="36576" marB="36576" anchor="ctr">
                    <a:lnL w="9525" cap="flat" cmpd="sng" algn="ctr">
                      <a:solidFill>
                        <a:srgbClr val="C9D6C3"/>
                      </a:solidFill>
                      <a:prstDash val="solid"/>
                      <a:round/>
                      <a:headEnd type="none" w="med" len="med"/>
                      <a:tailEnd type="none" w="med" len="med"/>
                    </a:lnL>
                    <a:lnR w="9525" cap="flat" cmpd="sng" algn="ctr">
                      <a:solidFill>
                        <a:srgbClr val="C9D6C3"/>
                      </a:solidFill>
                      <a:prstDash val="solid"/>
                      <a:round/>
                      <a:headEnd type="none" w="med" len="med"/>
                      <a:tailEnd type="none" w="med" len="med"/>
                    </a:lnR>
                    <a:lnT w="9525" cap="flat" cmpd="sng" algn="ctr">
                      <a:solidFill>
                        <a:srgbClr val="C9D6C3"/>
                      </a:solidFill>
                      <a:prstDash val="solid"/>
                      <a:round/>
                      <a:headEnd type="none" w="med" len="med"/>
                      <a:tailEnd type="none" w="med" len="med"/>
                    </a:lnT>
                    <a:lnB w="9525" cap="flat" cmpd="sng" algn="ctr">
                      <a:solidFill>
                        <a:srgbClr val="C9D6C3"/>
                      </a:solidFill>
                      <a:prstDash val="solid"/>
                      <a:round/>
                      <a:headEnd type="none" w="med" len="med"/>
                      <a:tailEnd type="none" w="med" len="med"/>
                    </a:lnB>
                    <a:solidFill>
                      <a:srgbClr val="FFFFFF"/>
                    </a:solidFill>
                  </a:tcPr>
                </a:tc>
                <a:tc>
                  <a:txBody>
                    <a:bodyPr/>
                    <a:lstStyle/>
                    <a:p>
                      <a:pPr marL="0" indent="0">
                        <a:buNone/>
                      </a:pPr>
                      <a:r>
                        <a:rPr lang="en-US" sz="1050" dirty="0">
                          <a:solidFill>
                            <a:srgbClr val="5B6B60"/>
                          </a:solidFill>
                          <a:latin typeface="맑은 고딕" pitchFamily="34" charset="0"/>
                          <a:ea typeface="맑은 고딕" pitchFamily="34" charset="-122"/>
                          <a:cs typeface="맑은 고딕" pitchFamily="34" charset="-120"/>
                        </a:rPr>
                        <a:t>애칭·댓글·편지 (시티트리클럽, 멜버른)</a:t>
                      </a:r>
                      <a:endParaRPr lang="en-US" sz="1050" dirty="0">
                        <a:latin typeface="맑은 고딕" charset="0"/>
                        <a:ea typeface="맑은 고딕" charset="0"/>
                        <a:cs typeface="맑은 고딕" charset="0"/>
                      </a:endParaRPr>
                    </a:p>
                    <a:p>
                      <a:pPr marL="0" indent="0">
                        <a:buNone/>
                      </a:pPr>
                      <a:r>
                        <a:rPr lang="en-US" sz="1050" dirty="0">
                          <a:solidFill>
                            <a:srgbClr val="5B6B60"/>
                          </a:solidFill>
                          <a:latin typeface="맑은 고딕" pitchFamily="34" charset="0"/>
                          <a:ea typeface="맑은 고딕" pitchFamily="34" charset="-122"/>
                          <a:cs typeface="맑은 고딕" pitchFamily="34" charset="-120"/>
                        </a:rPr>
                        <a:t>→ 수치로 잡히지 않음</a:t>
                      </a:r>
                      <a:endParaRPr lang="en-US" sz="1050" dirty="0">
                        <a:latin typeface="맑은 고딕" charset="0"/>
                        <a:ea typeface="맑은 고딕" charset="0"/>
                        <a:cs typeface="맑은 고딕" charset="0"/>
                      </a:endParaRPr>
                    </a:p>
                  </a:txBody>
                  <a:tcPr marL="109728" marR="109728" marT="36576" marB="36576" anchor="ctr">
                    <a:lnL w="9525" cap="flat" cmpd="sng" algn="ctr">
                      <a:solidFill>
                        <a:srgbClr val="C9D6C3"/>
                      </a:solidFill>
                      <a:prstDash val="solid"/>
                      <a:round/>
                      <a:headEnd type="none" w="med" len="med"/>
                      <a:tailEnd type="none" w="med" len="med"/>
                    </a:lnL>
                    <a:lnR w="9525" cap="flat" cmpd="sng" algn="ctr">
                      <a:solidFill>
                        <a:srgbClr val="C9D6C3"/>
                      </a:solidFill>
                      <a:prstDash val="solid"/>
                      <a:round/>
                      <a:headEnd type="none" w="med" len="med"/>
                      <a:tailEnd type="none" w="med" len="med"/>
                    </a:lnR>
                    <a:lnT w="9525" cap="flat" cmpd="sng" algn="ctr">
                      <a:solidFill>
                        <a:srgbClr val="C9D6C3"/>
                      </a:solidFill>
                      <a:prstDash val="solid"/>
                      <a:round/>
                      <a:headEnd type="none" w="med" len="med"/>
                      <a:tailEnd type="none" w="med" len="med"/>
                    </a:lnT>
                    <a:lnB w="9525" cap="flat" cmpd="sng" algn="ctr">
                      <a:solidFill>
                        <a:srgbClr val="C9D6C3"/>
                      </a:solidFill>
                      <a:prstDash val="solid"/>
                      <a:round/>
                      <a:headEnd type="none" w="med" len="med"/>
                      <a:tailEnd type="none" w="med" len="med"/>
                    </a:lnB>
                    <a:solidFill>
                      <a:srgbClr val="FFFFFF"/>
                    </a:solidFill>
                  </a:tcPr>
                </a:tc>
                <a:tc>
                  <a:txBody>
                    <a:bodyPr/>
                    <a:lstStyle/>
                    <a:p>
                      <a:pPr marL="0" indent="0">
                        <a:buNone/>
                      </a:pPr>
                      <a:r>
                        <a:rPr lang="en-US" sz="1050" b="1" dirty="0">
                          <a:solidFill>
                            <a:srgbClr val="1F4D2B"/>
                          </a:solidFill>
                          <a:latin typeface="맑은 고딕" pitchFamily="34" charset="0"/>
                          <a:ea typeface="맑은 고딕" pitchFamily="34" charset="-122"/>
                          <a:cs typeface="맑은 고딕" pitchFamily="34" charset="-120"/>
                        </a:rPr>
                        <a:t>이야기 + 디지털 나이테</a:t>
                      </a:r>
                      <a:endParaRPr lang="en-US" sz="1050" dirty="0">
                        <a:latin typeface="맑은 고딕" charset="0"/>
                        <a:ea typeface="맑은 고딕" charset="0"/>
                        <a:cs typeface="맑은 고딕" charset="0"/>
                      </a:endParaRPr>
                    </a:p>
                    <a:p>
                      <a:pPr marL="0" indent="0">
                        <a:buNone/>
                      </a:pPr>
                      <a:r>
                        <a:rPr lang="en-US" sz="1050" b="1" dirty="0">
                          <a:solidFill>
                            <a:srgbClr val="1F4D2B"/>
                          </a:solidFill>
                          <a:latin typeface="맑은 고딕" pitchFamily="34" charset="0"/>
                          <a:ea typeface="맑은 고딕" pitchFamily="34" charset="-122"/>
                          <a:cs typeface="맑은 고딕" pitchFamily="34" charset="-120"/>
                        </a:rPr>
                        <a:t>(날씨·돌봄·조치 데이터와 결합)</a:t>
                      </a:r>
                      <a:endParaRPr lang="en-US" sz="1050" dirty="0">
                        <a:latin typeface="맑은 고딕" charset="0"/>
                        <a:ea typeface="맑은 고딕" charset="0"/>
                        <a:cs typeface="맑은 고딕" charset="0"/>
                      </a:endParaRPr>
                    </a:p>
                  </a:txBody>
                  <a:tcPr marL="109728" marR="109728" marT="36576" marB="36576" anchor="ctr">
                    <a:lnL w="9525" cap="flat" cmpd="sng" algn="ctr">
                      <a:solidFill>
                        <a:srgbClr val="C9D6C3"/>
                      </a:solidFill>
                      <a:prstDash val="solid"/>
                      <a:round/>
                      <a:headEnd type="none" w="med" len="med"/>
                      <a:tailEnd type="none" w="med" len="med"/>
                    </a:lnL>
                    <a:lnR w="9525" cap="flat" cmpd="sng" algn="ctr">
                      <a:solidFill>
                        <a:srgbClr val="C9D6C3"/>
                      </a:solidFill>
                      <a:prstDash val="solid"/>
                      <a:round/>
                      <a:headEnd type="none" w="med" len="med"/>
                      <a:tailEnd type="none" w="med" len="med"/>
                    </a:lnR>
                    <a:lnT w="9525" cap="flat" cmpd="sng" algn="ctr">
                      <a:solidFill>
                        <a:srgbClr val="C9D6C3"/>
                      </a:solidFill>
                      <a:prstDash val="solid"/>
                      <a:round/>
                      <a:headEnd type="none" w="med" len="med"/>
                      <a:tailEnd type="none" w="med" len="med"/>
                    </a:lnT>
                    <a:lnB w="9525" cap="flat" cmpd="sng" algn="ctr">
                      <a:solidFill>
                        <a:srgbClr val="C9D6C3"/>
                      </a:solidFill>
                      <a:prstDash val="solid"/>
                      <a:round/>
                      <a:headEnd type="none" w="med" len="med"/>
                      <a:tailEnd type="none" w="med" len="med"/>
                    </a:lnB>
                    <a:solidFill>
                      <a:srgbClr val="EAF3E4"/>
                    </a:solidFill>
                  </a:tcPr>
                </a:tc>
                <a:extLst>
                  <a:ext uri="{0D108BD9-81ED-4DB2-BD59-A6C34878D82A}">
                    <a16:rowId xmlns:a16="http://schemas.microsoft.com/office/drawing/2014/main" val="10001"/>
                  </a:ext>
                </a:extLst>
              </a:tr>
              <a:tr h="457200">
                <a:tc>
                  <a:txBody>
                    <a:bodyPr/>
                    <a:lstStyle/>
                    <a:p>
                      <a:pPr marL="0" indent="0" algn="ctr">
                        <a:buNone/>
                      </a:pPr>
                      <a:r>
                        <a:rPr lang="en-US" sz="1050" b="1" dirty="0">
                          <a:solidFill>
                            <a:srgbClr val="1F4D2B"/>
                          </a:solidFill>
                          <a:latin typeface="맑은 고딕" pitchFamily="34" charset="0"/>
                          <a:ea typeface="맑은 고딕" pitchFamily="34" charset="-122"/>
                          <a:cs typeface="맑은 고딕" pitchFamily="34" charset="-120"/>
                        </a:rPr>
                        <a:t>돌봄 기록</a:t>
                      </a:r>
                      <a:endParaRPr lang="en-US" sz="1050" dirty="0">
                        <a:latin typeface="맑은 고딕" charset="0"/>
                        <a:ea typeface="맑은 고딕" charset="0"/>
                        <a:cs typeface="맑은 고딕" charset="0"/>
                      </a:endParaRPr>
                    </a:p>
                  </a:txBody>
                  <a:tcPr marL="109728" marR="109728" marT="36576" marB="36576" anchor="ctr">
                    <a:lnL w="9525" cap="flat" cmpd="sng" algn="ctr">
                      <a:solidFill>
                        <a:srgbClr val="C9D6C3"/>
                      </a:solidFill>
                      <a:prstDash val="solid"/>
                      <a:round/>
                      <a:headEnd type="none" w="med" len="med"/>
                      <a:tailEnd type="none" w="med" len="med"/>
                    </a:lnL>
                    <a:lnR w="9525" cap="flat" cmpd="sng" algn="ctr">
                      <a:solidFill>
                        <a:srgbClr val="C9D6C3"/>
                      </a:solidFill>
                      <a:prstDash val="solid"/>
                      <a:round/>
                      <a:headEnd type="none" w="med" len="med"/>
                      <a:tailEnd type="none" w="med" len="med"/>
                    </a:lnR>
                    <a:lnT w="9525" cap="flat" cmpd="sng" algn="ctr">
                      <a:solidFill>
                        <a:srgbClr val="C9D6C3"/>
                      </a:solidFill>
                      <a:prstDash val="solid"/>
                      <a:round/>
                      <a:headEnd type="none" w="med" len="med"/>
                      <a:tailEnd type="none" w="med" len="med"/>
                    </a:lnT>
                    <a:lnB w="9525" cap="flat" cmpd="sng" algn="ctr">
                      <a:solidFill>
                        <a:srgbClr val="C9D6C3"/>
                      </a:solidFill>
                      <a:prstDash val="solid"/>
                      <a:round/>
                      <a:headEnd type="none" w="med" len="med"/>
                      <a:tailEnd type="none" w="med" len="med"/>
                    </a:lnB>
                    <a:solidFill>
                      <a:srgbClr val="F3F5F2"/>
                    </a:solidFill>
                  </a:tcPr>
                </a:tc>
                <a:tc>
                  <a:txBody>
                    <a:bodyPr/>
                    <a:lstStyle/>
                    <a:p>
                      <a:pPr marL="0" indent="0">
                        <a:buNone/>
                      </a:pPr>
                      <a:r>
                        <a:rPr lang="en-US" sz="1050" dirty="0">
                          <a:solidFill>
                            <a:srgbClr val="5B6B60"/>
                          </a:solidFill>
                          <a:latin typeface="맑은 고딕" pitchFamily="34" charset="0"/>
                          <a:ea typeface="맑은 고딕" pitchFamily="34" charset="-122"/>
                          <a:cs typeface="맑은 고딕" pitchFamily="34" charset="-120"/>
                        </a:rPr>
                        <a:t>물주기 기록·입양 (베를린 Gieß den Kiez)</a:t>
                      </a:r>
                      <a:endParaRPr lang="en-US" sz="1050" dirty="0">
                        <a:latin typeface="맑은 고딕" charset="0"/>
                        <a:ea typeface="맑은 고딕" charset="0"/>
                        <a:cs typeface="맑은 고딕" charset="0"/>
                      </a:endParaRPr>
                    </a:p>
                  </a:txBody>
                  <a:tcPr marL="109728" marR="109728" marT="36576" marB="36576" anchor="ctr">
                    <a:lnL w="9525" cap="flat" cmpd="sng" algn="ctr">
                      <a:solidFill>
                        <a:srgbClr val="C9D6C3"/>
                      </a:solidFill>
                      <a:prstDash val="solid"/>
                      <a:round/>
                      <a:headEnd type="none" w="med" len="med"/>
                      <a:tailEnd type="none" w="med" len="med"/>
                    </a:lnL>
                    <a:lnR w="9525" cap="flat" cmpd="sng" algn="ctr">
                      <a:solidFill>
                        <a:srgbClr val="C9D6C3"/>
                      </a:solidFill>
                      <a:prstDash val="solid"/>
                      <a:round/>
                      <a:headEnd type="none" w="med" len="med"/>
                      <a:tailEnd type="none" w="med" len="med"/>
                    </a:lnR>
                    <a:lnT w="9525" cap="flat" cmpd="sng" algn="ctr">
                      <a:solidFill>
                        <a:srgbClr val="C9D6C3"/>
                      </a:solidFill>
                      <a:prstDash val="solid"/>
                      <a:round/>
                      <a:headEnd type="none" w="med" len="med"/>
                      <a:tailEnd type="none" w="med" len="med"/>
                    </a:lnT>
                    <a:lnB w="9525" cap="flat" cmpd="sng" algn="ctr">
                      <a:solidFill>
                        <a:srgbClr val="C9D6C3"/>
                      </a:solidFill>
                      <a:prstDash val="solid"/>
                      <a:round/>
                      <a:headEnd type="none" w="med" len="med"/>
                      <a:tailEnd type="none" w="med" len="med"/>
                    </a:lnB>
                    <a:solidFill>
                      <a:srgbClr val="F3F5F2"/>
                    </a:solidFill>
                  </a:tcPr>
                </a:tc>
                <a:tc>
                  <a:txBody>
                    <a:bodyPr/>
                    <a:lstStyle/>
                    <a:p>
                      <a:pPr marL="0" indent="0">
                        <a:buNone/>
                      </a:pPr>
                      <a:r>
                        <a:rPr lang="en-US" sz="1050" b="1" dirty="0">
                          <a:solidFill>
                            <a:srgbClr val="1F4D2B"/>
                          </a:solidFill>
                          <a:latin typeface="맑은 고딕" pitchFamily="34" charset="0"/>
                          <a:ea typeface="맑은 고딕" pitchFamily="34" charset="-122"/>
                          <a:cs typeface="맑은 고딕" pitchFamily="34" charset="-120"/>
                        </a:rPr>
                        <a:t>물주기·관찰·신고 3종 + 교육으로 품질 확보</a:t>
                      </a:r>
                      <a:endParaRPr lang="en-US" sz="1050" dirty="0">
                        <a:latin typeface="맑은 고딕" charset="0"/>
                        <a:ea typeface="맑은 고딕" charset="0"/>
                        <a:cs typeface="맑은 고딕" charset="0"/>
                      </a:endParaRPr>
                    </a:p>
                  </a:txBody>
                  <a:tcPr marL="109728" marR="109728" marT="36576" marB="36576" anchor="ctr">
                    <a:lnL w="9525" cap="flat" cmpd="sng" algn="ctr">
                      <a:solidFill>
                        <a:srgbClr val="C9D6C3"/>
                      </a:solidFill>
                      <a:prstDash val="solid"/>
                      <a:round/>
                      <a:headEnd type="none" w="med" len="med"/>
                      <a:tailEnd type="none" w="med" len="med"/>
                    </a:lnL>
                    <a:lnR w="9525" cap="flat" cmpd="sng" algn="ctr">
                      <a:solidFill>
                        <a:srgbClr val="C9D6C3"/>
                      </a:solidFill>
                      <a:prstDash val="solid"/>
                      <a:round/>
                      <a:headEnd type="none" w="med" len="med"/>
                      <a:tailEnd type="none" w="med" len="med"/>
                    </a:lnR>
                    <a:lnT w="9525" cap="flat" cmpd="sng" algn="ctr">
                      <a:solidFill>
                        <a:srgbClr val="C9D6C3"/>
                      </a:solidFill>
                      <a:prstDash val="solid"/>
                      <a:round/>
                      <a:headEnd type="none" w="med" len="med"/>
                      <a:tailEnd type="none" w="med" len="med"/>
                    </a:lnT>
                    <a:lnB w="9525" cap="flat" cmpd="sng" algn="ctr">
                      <a:solidFill>
                        <a:srgbClr val="C9D6C3"/>
                      </a:solidFill>
                      <a:prstDash val="solid"/>
                      <a:round/>
                      <a:headEnd type="none" w="med" len="med"/>
                      <a:tailEnd type="none" w="med" len="med"/>
                    </a:lnB>
                    <a:solidFill>
                      <a:srgbClr val="EAF3E4"/>
                    </a:solidFill>
                  </a:tcPr>
                </a:tc>
                <a:extLst>
                  <a:ext uri="{0D108BD9-81ED-4DB2-BD59-A6C34878D82A}">
                    <a16:rowId xmlns:a16="http://schemas.microsoft.com/office/drawing/2014/main" val="10002"/>
                  </a:ext>
                </a:extLst>
              </a:tr>
              <a:tr h="457200">
                <a:tc>
                  <a:txBody>
                    <a:bodyPr/>
                    <a:lstStyle/>
                    <a:p>
                      <a:pPr marL="0" indent="0" algn="ctr">
                        <a:buNone/>
                      </a:pPr>
                      <a:r>
                        <a:rPr lang="en-US" sz="1050" b="1" dirty="0">
                          <a:solidFill>
                            <a:srgbClr val="1F4D2B"/>
                          </a:solidFill>
                          <a:latin typeface="맑은 고딕" pitchFamily="34" charset="0"/>
                          <a:ea typeface="맑은 고딕" pitchFamily="34" charset="-122"/>
                          <a:cs typeface="맑은 고딕" pitchFamily="34" charset="-120"/>
                        </a:rPr>
                        <a:t>재원</a:t>
                      </a:r>
                      <a:endParaRPr lang="en-US" sz="1050" dirty="0">
                        <a:latin typeface="맑은 고딕" charset="0"/>
                        <a:ea typeface="맑은 고딕" charset="0"/>
                        <a:cs typeface="맑은 고딕" charset="0"/>
                      </a:endParaRPr>
                    </a:p>
                  </a:txBody>
                  <a:tcPr marL="109728" marR="109728" marT="36576" marB="36576" anchor="ctr">
                    <a:lnL w="9525" cap="flat" cmpd="sng" algn="ctr">
                      <a:solidFill>
                        <a:srgbClr val="C9D6C3"/>
                      </a:solidFill>
                      <a:prstDash val="solid"/>
                      <a:round/>
                      <a:headEnd type="none" w="med" len="med"/>
                      <a:tailEnd type="none" w="med" len="med"/>
                    </a:lnL>
                    <a:lnR w="9525" cap="flat" cmpd="sng" algn="ctr">
                      <a:solidFill>
                        <a:srgbClr val="C9D6C3"/>
                      </a:solidFill>
                      <a:prstDash val="solid"/>
                      <a:round/>
                      <a:headEnd type="none" w="med" len="med"/>
                      <a:tailEnd type="none" w="med" len="med"/>
                    </a:lnR>
                    <a:lnT w="9525" cap="flat" cmpd="sng" algn="ctr">
                      <a:solidFill>
                        <a:srgbClr val="C9D6C3"/>
                      </a:solidFill>
                      <a:prstDash val="solid"/>
                      <a:round/>
                      <a:headEnd type="none" w="med" len="med"/>
                      <a:tailEnd type="none" w="med" len="med"/>
                    </a:lnT>
                    <a:lnB w="9525" cap="flat" cmpd="sng" algn="ctr">
                      <a:solidFill>
                        <a:srgbClr val="C9D6C3"/>
                      </a:solidFill>
                      <a:prstDash val="solid"/>
                      <a:round/>
                      <a:headEnd type="none" w="med" len="med"/>
                      <a:tailEnd type="none" w="med" len="med"/>
                    </a:lnB>
                    <a:solidFill>
                      <a:srgbClr val="FFFFFF"/>
                    </a:solidFill>
                  </a:tcPr>
                </a:tc>
                <a:tc>
                  <a:txBody>
                    <a:bodyPr/>
                    <a:lstStyle/>
                    <a:p>
                      <a:pPr marL="0" indent="0">
                        <a:buNone/>
                      </a:pPr>
                      <a:r>
                        <a:rPr lang="en-US" sz="1050" dirty="0">
                          <a:solidFill>
                            <a:srgbClr val="5B6B60"/>
                          </a:solidFill>
                          <a:latin typeface="맑은 고딕" pitchFamily="34" charset="0"/>
                          <a:ea typeface="맑은 고딕" pitchFamily="34" charset="-122"/>
                          <a:cs typeface="맑은 고딕" pitchFamily="34" charset="-120"/>
                        </a:rPr>
                        <a:t>기념수 명판 설치 후 피드백 확인 안 됨</a:t>
                      </a:r>
                      <a:endParaRPr lang="en-US" sz="1050" dirty="0">
                        <a:latin typeface="맑은 고딕" charset="0"/>
                        <a:ea typeface="맑은 고딕" charset="0"/>
                        <a:cs typeface="맑은 고딕" charset="0"/>
                      </a:endParaRPr>
                    </a:p>
                  </a:txBody>
                  <a:tcPr marL="109728" marR="109728" marT="36576" marB="36576" anchor="ctr">
                    <a:lnL w="9525" cap="flat" cmpd="sng" algn="ctr">
                      <a:solidFill>
                        <a:srgbClr val="C9D6C3"/>
                      </a:solidFill>
                      <a:prstDash val="solid"/>
                      <a:round/>
                      <a:headEnd type="none" w="med" len="med"/>
                      <a:tailEnd type="none" w="med" len="med"/>
                    </a:lnL>
                    <a:lnR w="9525" cap="flat" cmpd="sng" algn="ctr">
                      <a:solidFill>
                        <a:srgbClr val="C9D6C3"/>
                      </a:solidFill>
                      <a:prstDash val="solid"/>
                      <a:round/>
                      <a:headEnd type="none" w="med" len="med"/>
                      <a:tailEnd type="none" w="med" len="med"/>
                    </a:lnR>
                    <a:lnT w="9525" cap="flat" cmpd="sng" algn="ctr">
                      <a:solidFill>
                        <a:srgbClr val="C9D6C3"/>
                      </a:solidFill>
                      <a:prstDash val="solid"/>
                      <a:round/>
                      <a:headEnd type="none" w="med" len="med"/>
                      <a:tailEnd type="none" w="med" len="med"/>
                    </a:lnT>
                    <a:lnB w="9525" cap="flat" cmpd="sng" algn="ctr">
                      <a:solidFill>
                        <a:srgbClr val="C9D6C3"/>
                      </a:solidFill>
                      <a:prstDash val="solid"/>
                      <a:round/>
                      <a:headEnd type="none" w="med" len="med"/>
                      <a:tailEnd type="none" w="med" len="med"/>
                    </a:lnB>
                    <a:solidFill>
                      <a:srgbClr val="FFFFFF"/>
                    </a:solidFill>
                  </a:tcPr>
                </a:tc>
                <a:tc>
                  <a:txBody>
                    <a:bodyPr/>
                    <a:lstStyle/>
                    <a:p>
                      <a:pPr marL="0" indent="0">
                        <a:buNone/>
                      </a:pPr>
                      <a:r>
                        <a:rPr lang="en-US" sz="1050" b="1" dirty="0">
                          <a:solidFill>
                            <a:srgbClr val="1F4D2B"/>
                          </a:solidFill>
                          <a:latin typeface="맑은 고딕" pitchFamily="34" charset="0"/>
                          <a:ea typeface="맑은 고딕" pitchFamily="34" charset="-122"/>
                          <a:cs typeface="맑은 고딕" pitchFamily="34" charset="-120"/>
                        </a:rPr>
                        <a:t>입양비 → 관리기금, 집행 내역을 알림</a:t>
                      </a:r>
                      <a:endParaRPr lang="en-US" sz="1050" dirty="0">
                        <a:latin typeface="맑은 고딕" charset="0"/>
                        <a:ea typeface="맑은 고딕" charset="0"/>
                        <a:cs typeface="맑은 고딕" charset="0"/>
                      </a:endParaRPr>
                    </a:p>
                  </a:txBody>
                  <a:tcPr marL="109728" marR="109728" marT="36576" marB="36576" anchor="ctr">
                    <a:lnL w="9525" cap="flat" cmpd="sng" algn="ctr">
                      <a:solidFill>
                        <a:srgbClr val="C9D6C3"/>
                      </a:solidFill>
                      <a:prstDash val="solid"/>
                      <a:round/>
                      <a:headEnd type="none" w="med" len="med"/>
                      <a:tailEnd type="none" w="med" len="med"/>
                    </a:lnL>
                    <a:lnR w="9525" cap="flat" cmpd="sng" algn="ctr">
                      <a:solidFill>
                        <a:srgbClr val="C9D6C3"/>
                      </a:solidFill>
                      <a:prstDash val="solid"/>
                      <a:round/>
                      <a:headEnd type="none" w="med" len="med"/>
                      <a:tailEnd type="none" w="med" len="med"/>
                    </a:lnR>
                    <a:lnT w="9525" cap="flat" cmpd="sng" algn="ctr">
                      <a:solidFill>
                        <a:srgbClr val="C9D6C3"/>
                      </a:solidFill>
                      <a:prstDash val="solid"/>
                      <a:round/>
                      <a:headEnd type="none" w="med" len="med"/>
                      <a:tailEnd type="none" w="med" len="med"/>
                    </a:lnT>
                    <a:lnB w="9525" cap="flat" cmpd="sng" algn="ctr">
                      <a:solidFill>
                        <a:srgbClr val="C9D6C3"/>
                      </a:solidFill>
                      <a:prstDash val="solid"/>
                      <a:round/>
                      <a:headEnd type="none" w="med" len="med"/>
                      <a:tailEnd type="none" w="med" len="med"/>
                    </a:lnB>
                    <a:solidFill>
                      <a:srgbClr val="EAF3E4"/>
                    </a:solidFill>
                  </a:tcPr>
                </a:tc>
                <a:extLst>
                  <a:ext uri="{0D108BD9-81ED-4DB2-BD59-A6C34878D82A}">
                    <a16:rowId xmlns:a16="http://schemas.microsoft.com/office/drawing/2014/main" val="10003"/>
                  </a:ext>
                </a:extLst>
              </a:tr>
              <a:tr h="457200">
                <a:tc>
                  <a:txBody>
                    <a:bodyPr/>
                    <a:lstStyle/>
                    <a:p>
                      <a:pPr marL="0" indent="0" algn="ctr">
                        <a:buNone/>
                      </a:pPr>
                      <a:r>
                        <a:rPr lang="en-US" sz="1050" b="1" dirty="0">
                          <a:solidFill>
                            <a:srgbClr val="1F4D2B"/>
                          </a:solidFill>
                          <a:latin typeface="맑은 고딕" pitchFamily="34" charset="0"/>
                          <a:ea typeface="맑은 고딕" pitchFamily="34" charset="-122"/>
                          <a:cs typeface="맑은 고딕" pitchFamily="34" charset="-120"/>
                        </a:rPr>
                        <a:t>행정 연계</a:t>
                      </a:r>
                      <a:endParaRPr lang="en-US" sz="1050" dirty="0">
                        <a:latin typeface="맑은 고딕" charset="0"/>
                        <a:ea typeface="맑은 고딕" charset="0"/>
                        <a:cs typeface="맑은 고딕" charset="0"/>
                      </a:endParaRPr>
                    </a:p>
                  </a:txBody>
                  <a:tcPr marL="109728" marR="109728" marT="36576" marB="36576" anchor="ctr">
                    <a:lnL w="9525" cap="flat" cmpd="sng" algn="ctr">
                      <a:solidFill>
                        <a:srgbClr val="C9D6C3"/>
                      </a:solidFill>
                      <a:prstDash val="solid"/>
                      <a:round/>
                      <a:headEnd type="none" w="med" len="med"/>
                      <a:tailEnd type="none" w="med" len="med"/>
                    </a:lnL>
                    <a:lnR w="9525" cap="flat" cmpd="sng" algn="ctr">
                      <a:solidFill>
                        <a:srgbClr val="C9D6C3"/>
                      </a:solidFill>
                      <a:prstDash val="solid"/>
                      <a:round/>
                      <a:headEnd type="none" w="med" len="med"/>
                      <a:tailEnd type="none" w="med" len="med"/>
                    </a:lnR>
                    <a:lnT w="9525" cap="flat" cmpd="sng" algn="ctr">
                      <a:solidFill>
                        <a:srgbClr val="C9D6C3"/>
                      </a:solidFill>
                      <a:prstDash val="solid"/>
                      <a:round/>
                      <a:headEnd type="none" w="med" len="med"/>
                      <a:tailEnd type="none" w="med" len="med"/>
                    </a:lnT>
                    <a:lnB w="9525" cap="flat" cmpd="sng" algn="ctr">
                      <a:solidFill>
                        <a:srgbClr val="C9D6C3"/>
                      </a:solidFill>
                      <a:prstDash val="solid"/>
                      <a:round/>
                      <a:headEnd type="none" w="med" len="med"/>
                      <a:tailEnd type="none" w="med" len="med"/>
                    </a:lnB>
                    <a:solidFill>
                      <a:srgbClr val="F3F5F2"/>
                    </a:solidFill>
                  </a:tcPr>
                </a:tc>
                <a:tc>
                  <a:txBody>
                    <a:bodyPr/>
                    <a:lstStyle/>
                    <a:p>
                      <a:pPr marL="0" indent="0">
                        <a:buNone/>
                      </a:pPr>
                      <a:r>
                        <a:rPr lang="en-US" sz="1050" dirty="0">
                          <a:solidFill>
                            <a:srgbClr val="5B6B60"/>
                          </a:solidFill>
                          <a:latin typeface="맑은 고딕" pitchFamily="34" charset="0"/>
                          <a:ea typeface="맑은 고딕" pitchFamily="34" charset="-122"/>
                          <a:cs typeface="맑은 고딕" pitchFamily="34" charset="-120"/>
                        </a:rPr>
                        <a:t>민원별 처리 결과 안내 (나무 이력과 분리)</a:t>
                      </a:r>
                      <a:endParaRPr lang="en-US" sz="1050" dirty="0">
                        <a:latin typeface="맑은 고딕" charset="0"/>
                        <a:ea typeface="맑은 고딕" charset="0"/>
                        <a:cs typeface="맑은 고딕" charset="0"/>
                      </a:endParaRPr>
                    </a:p>
                  </a:txBody>
                  <a:tcPr marL="109728" marR="109728" marT="36576" marB="36576" anchor="ctr">
                    <a:lnL w="9525" cap="flat" cmpd="sng" algn="ctr">
                      <a:solidFill>
                        <a:srgbClr val="C9D6C3"/>
                      </a:solidFill>
                      <a:prstDash val="solid"/>
                      <a:round/>
                      <a:headEnd type="none" w="med" len="med"/>
                      <a:tailEnd type="none" w="med" len="med"/>
                    </a:lnL>
                    <a:lnR w="9525" cap="flat" cmpd="sng" algn="ctr">
                      <a:solidFill>
                        <a:srgbClr val="C9D6C3"/>
                      </a:solidFill>
                      <a:prstDash val="solid"/>
                      <a:round/>
                      <a:headEnd type="none" w="med" len="med"/>
                      <a:tailEnd type="none" w="med" len="med"/>
                    </a:lnR>
                    <a:lnT w="9525" cap="flat" cmpd="sng" algn="ctr">
                      <a:solidFill>
                        <a:srgbClr val="C9D6C3"/>
                      </a:solidFill>
                      <a:prstDash val="solid"/>
                      <a:round/>
                      <a:headEnd type="none" w="med" len="med"/>
                      <a:tailEnd type="none" w="med" len="med"/>
                    </a:lnT>
                    <a:lnB w="9525" cap="flat" cmpd="sng" algn="ctr">
                      <a:solidFill>
                        <a:srgbClr val="C9D6C3"/>
                      </a:solidFill>
                      <a:prstDash val="solid"/>
                      <a:round/>
                      <a:headEnd type="none" w="med" len="med"/>
                      <a:tailEnd type="none" w="med" len="med"/>
                    </a:lnB>
                    <a:solidFill>
                      <a:srgbClr val="F3F5F2"/>
                    </a:solidFill>
                  </a:tcPr>
                </a:tc>
                <a:tc>
                  <a:txBody>
                    <a:bodyPr/>
                    <a:lstStyle/>
                    <a:p>
                      <a:pPr marL="0" indent="0">
                        <a:buNone/>
                      </a:pPr>
                      <a:r>
                        <a:rPr lang="en-US" sz="1050" b="1" dirty="0">
                          <a:solidFill>
                            <a:srgbClr val="1F4D2B"/>
                          </a:solidFill>
                          <a:latin typeface="맑은 고딕" pitchFamily="34" charset="0"/>
                          <a:ea typeface="맑은 고딕" pitchFamily="34" charset="-122"/>
                          <a:cs typeface="맑은 고딕" pitchFamily="34" charset="-120"/>
                        </a:rPr>
                        <a:t>신고 → 대시보드 → 조치 결과를 나무 이력·입양자에게</a:t>
                      </a:r>
                      <a:endParaRPr lang="en-US" sz="1050" dirty="0">
                        <a:latin typeface="맑은 고딕" charset="0"/>
                        <a:ea typeface="맑은 고딕" charset="0"/>
                        <a:cs typeface="맑은 고딕" charset="0"/>
                      </a:endParaRPr>
                    </a:p>
                  </a:txBody>
                  <a:tcPr marL="109728" marR="109728" marT="36576" marB="36576" anchor="ctr">
                    <a:lnL w="9525" cap="flat" cmpd="sng" algn="ctr">
                      <a:solidFill>
                        <a:srgbClr val="C9D6C3"/>
                      </a:solidFill>
                      <a:prstDash val="solid"/>
                      <a:round/>
                      <a:headEnd type="none" w="med" len="med"/>
                      <a:tailEnd type="none" w="med" len="med"/>
                    </a:lnL>
                    <a:lnR w="9525" cap="flat" cmpd="sng" algn="ctr">
                      <a:solidFill>
                        <a:srgbClr val="C9D6C3"/>
                      </a:solidFill>
                      <a:prstDash val="solid"/>
                      <a:round/>
                      <a:headEnd type="none" w="med" len="med"/>
                      <a:tailEnd type="none" w="med" len="med"/>
                    </a:lnR>
                    <a:lnT w="9525" cap="flat" cmpd="sng" algn="ctr">
                      <a:solidFill>
                        <a:srgbClr val="C9D6C3"/>
                      </a:solidFill>
                      <a:prstDash val="solid"/>
                      <a:round/>
                      <a:headEnd type="none" w="med" len="med"/>
                      <a:tailEnd type="none" w="med" len="med"/>
                    </a:lnT>
                    <a:lnB w="9525" cap="flat" cmpd="sng" algn="ctr">
                      <a:solidFill>
                        <a:srgbClr val="C9D6C3"/>
                      </a:solidFill>
                      <a:prstDash val="solid"/>
                      <a:round/>
                      <a:headEnd type="none" w="med" len="med"/>
                      <a:tailEnd type="none" w="med" len="med"/>
                    </a:lnB>
                    <a:solidFill>
                      <a:srgbClr val="EAF3E4"/>
                    </a:solidFill>
                  </a:tcPr>
                </a:tc>
                <a:extLst>
                  <a:ext uri="{0D108BD9-81ED-4DB2-BD59-A6C34878D82A}">
                    <a16:rowId xmlns:a16="http://schemas.microsoft.com/office/drawing/2014/main" val="10004"/>
                  </a:ext>
                </a:extLst>
              </a:tr>
              <a:tr h="457200">
                <a:tc>
                  <a:txBody>
                    <a:bodyPr/>
                    <a:lstStyle/>
                    <a:p>
                      <a:pPr marL="0" indent="0" algn="ctr">
                        <a:buNone/>
                      </a:pPr>
                      <a:r>
                        <a:rPr lang="en-US" sz="1050" b="1" dirty="0">
                          <a:solidFill>
                            <a:srgbClr val="1F4D2B"/>
                          </a:solidFill>
                          <a:latin typeface="맑은 고딕" pitchFamily="34" charset="0"/>
                          <a:ea typeface="맑은 고딕" pitchFamily="34" charset="-122"/>
                          <a:cs typeface="맑은 고딕" pitchFamily="34" charset="-120"/>
                        </a:rPr>
                        <a:t>참여 분배</a:t>
                      </a:r>
                      <a:endParaRPr lang="en-US" sz="1050" dirty="0">
                        <a:latin typeface="맑은 고딕" charset="0"/>
                        <a:ea typeface="맑은 고딕" charset="0"/>
                        <a:cs typeface="맑은 고딕" charset="0"/>
                      </a:endParaRPr>
                    </a:p>
                  </a:txBody>
                  <a:tcPr marL="109728" marR="109728" marT="36576" marB="36576" anchor="ctr">
                    <a:lnL w="9525" cap="flat" cmpd="sng" algn="ctr">
                      <a:solidFill>
                        <a:srgbClr val="C9D6C3"/>
                      </a:solidFill>
                      <a:prstDash val="solid"/>
                      <a:round/>
                      <a:headEnd type="none" w="med" len="med"/>
                      <a:tailEnd type="none" w="med" len="med"/>
                    </a:lnL>
                    <a:lnR w="9525" cap="flat" cmpd="sng" algn="ctr">
                      <a:solidFill>
                        <a:srgbClr val="C9D6C3"/>
                      </a:solidFill>
                      <a:prstDash val="solid"/>
                      <a:round/>
                      <a:headEnd type="none" w="med" len="med"/>
                      <a:tailEnd type="none" w="med" len="med"/>
                    </a:lnR>
                    <a:lnT w="9525" cap="flat" cmpd="sng" algn="ctr">
                      <a:solidFill>
                        <a:srgbClr val="C9D6C3"/>
                      </a:solidFill>
                      <a:prstDash val="solid"/>
                      <a:round/>
                      <a:headEnd type="none" w="med" len="med"/>
                      <a:tailEnd type="none" w="med" len="med"/>
                    </a:lnT>
                    <a:lnB w="9525" cap="flat" cmpd="sng" algn="ctr">
                      <a:solidFill>
                        <a:srgbClr val="C9D6C3"/>
                      </a:solidFill>
                      <a:prstDash val="solid"/>
                      <a:round/>
                      <a:headEnd type="none" w="med" len="med"/>
                      <a:tailEnd type="none" w="med" len="med"/>
                    </a:lnB>
                    <a:solidFill>
                      <a:srgbClr val="FFFFFF"/>
                    </a:solidFill>
                  </a:tcPr>
                </a:tc>
                <a:tc>
                  <a:txBody>
                    <a:bodyPr/>
                    <a:lstStyle/>
                    <a:p>
                      <a:pPr marL="0" indent="0">
                        <a:buNone/>
                      </a:pPr>
                      <a:r>
                        <a:rPr lang="en-US" sz="1050" dirty="0">
                          <a:solidFill>
                            <a:srgbClr val="5B6B60"/>
                          </a:solidFill>
                          <a:latin typeface="맑은 고딕" pitchFamily="34" charset="0"/>
                          <a:ea typeface="맑은 고딕" pitchFamily="34" charset="-122"/>
                          <a:cs typeface="맑은 고딕" pitchFamily="34" charset="-120"/>
                        </a:rPr>
                        <a:t>인기 나무에 집중</a:t>
                      </a:r>
                      <a:endParaRPr lang="en-US" sz="1050" dirty="0">
                        <a:latin typeface="맑은 고딕" charset="0"/>
                        <a:ea typeface="맑은 고딕" charset="0"/>
                        <a:cs typeface="맑은 고딕" charset="0"/>
                      </a:endParaRPr>
                    </a:p>
                  </a:txBody>
                  <a:tcPr marL="109728" marR="109728" marT="36576" marB="36576" anchor="ctr">
                    <a:lnL w="9525" cap="flat" cmpd="sng" algn="ctr">
                      <a:solidFill>
                        <a:srgbClr val="C9D6C3"/>
                      </a:solidFill>
                      <a:prstDash val="solid"/>
                      <a:round/>
                      <a:headEnd type="none" w="med" len="med"/>
                      <a:tailEnd type="none" w="med" len="med"/>
                    </a:lnL>
                    <a:lnR w="9525" cap="flat" cmpd="sng" algn="ctr">
                      <a:solidFill>
                        <a:srgbClr val="C9D6C3"/>
                      </a:solidFill>
                      <a:prstDash val="solid"/>
                      <a:round/>
                      <a:headEnd type="none" w="med" len="med"/>
                      <a:tailEnd type="none" w="med" len="med"/>
                    </a:lnR>
                    <a:lnT w="9525" cap="flat" cmpd="sng" algn="ctr">
                      <a:solidFill>
                        <a:srgbClr val="C9D6C3"/>
                      </a:solidFill>
                      <a:prstDash val="solid"/>
                      <a:round/>
                      <a:headEnd type="none" w="med" len="med"/>
                      <a:tailEnd type="none" w="med" len="med"/>
                    </a:lnT>
                    <a:lnB w="9525" cap="flat" cmpd="sng" algn="ctr">
                      <a:solidFill>
                        <a:srgbClr val="C9D6C3"/>
                      </a:solidFill>
                      <a:prstDash val="solid"/>
                      <a:round/>
                      <a:headEnd type="none" w="med" len="med"/>
                      <a:tailEnd type="none" w="med" len="med"/>
                    </a:lnB>
                    <a:solidFill>
                      <a:srgbClr val="FFFFFF"/>
                    </a:solidFill>
                  </a:tcPr>
                </a:tc>
                <a:tc>
                  <a:txBody>
                    <a:bodyPr/>
                    <a:lstStyle/>
                    <a:p>
                      <a:pPr marL="0" indent="0">
                        <a:buNone/>
                      </a:pPr>
                      <a:r>
                        <a:rPr lang="en-US" sz="1050" b="1" dirty="0">
                          <a:solidFill>
                            <a:srgbClr val="1F4D2B"/>
                          </a:solidFill>
                          <a:latin typeface="맑은 고딕" pitchFamily="34" charset="0"/>
                          <a:ea typeface="맑은 고딕" pitchFamily="34" charset="-122"/>
                          <a:cs typeface="맑은 고딕" pitchFamily="34" charset="-120"/>
                        </a:rPr>
                        <a:t>관찰 공백 노출 + 공동 기금 우선 배분</a:t>
                      </a:r>
                      <a:endParaRPr lang="en-US" sz="1050" dirty="0">
                        <a:latin typeface="맑은 고딕" charset="0"/>
                        <a:ea typeface="맑은 고딕" charset="0"/>
                        <a:cs typeface="맑은 고딕" charset="0"/>
                      </a:endParaRPr>
                    </a:p>
                  </a:txBody>
                  <a:tcPr marL="109728" marR="109728" marT="36576" marB="36576" anchor="ctr">
                    <a:lnL w="9525" cap="flat" cmpd="sng" algn="ctr">
                      <a:solidFill>
                        <a:srgbClr val="C9D6C3"/>
                      </a:solidFill>
                      <a:prstDash val="solid"/>
                      <a:round/>
                      <a:headEnd type="none" w="med" len="med"/>
                      <a:tailEnd type="none" w="med" len="med"/>
                    </a:lnL>
                    <a:lnR w="9525" cap="flat" cmpd="sng" algn="ctr">
                      <a:solidFill>
                        <a:srgbClr val="C9D6C3"/>
                      </a:solidFill>
                      <a:prstDash val="solid"/>
                      <a:round/>
                      <a:headEnd type="none" w="med" len="med"/>
                      <a:tailEnd type="none" w="med" len="med"/>
                    </a:lnR>
                    <a:lnT w="9525" cap="flat" cmpd="sng" algn="ctr">
                      <a:solidFill>
                        <a:srgbClr val="C9D6C3"/>
                      </a:solidFill>
                      <a:prstDash val="solid"/>
                      <a:round/>
                      <a:headEnd type="none" w="med" len="med"/>
                      <a:tailEnd type="none" w="med" len="med"/>
                    </a:lnT>
                    <a:lnB w="9525" cap="flat" cmpd="sng" algn="ctr">
                      <a:solidFill>
                        <a:srgbClr val="C9D6C3"/>
                      </a:solidFill>
                      <a:prstDash val="solid"/>
                      <a:round/>
                      <a:headEnd type="none" w="med" len="med"/>
                      <a:tailEnd type="none" w="med" len="med"/>
                    </a:lnB>
                    <a:solidFill>
                      <a:srgbClr val="EAF3E4"/>
                    </a:solidFill>
                  </a:tcPr>
                </a:tc>
                <a:extLst>
                  <a:ext uri="{0D108BD9-81ED-4DB2-BD59-A6C34878D82A}">
                    <a16:rowId xmlns:a16="http://schemas.microsoft.com/office/drawing/2014/main" val="10005"/>
                  </a:ext>
                </a:extLst>
              </a:tr>
            </a:tbl>
          </a:graphicData>
        </a:graphic>
      </p:graphicFrame>
      <p:sp>
        <p:nvSpPr>
          <p:cNvPr id="8" name="Text 5"/>
          <p:cNvSpPr txBox="1"/>
          <p:nvPr/>
        </p:nvSpPr>
        <p:spPr>
          <a:xfrm>
            <a:off x="457200" y="4434840"/>
            <a:ext cx="8229600" cy="274320"/>
          </a:xfrm>
          <a:prstGeom prst="rect">
            <a:avLst/>
          </a:prstGeom>
          <a:noFill/>
          <a:ln/>
        </p:spPr>
        <p:txBody>
          <a:bodyPr wrap="square" lIns="0" tIns="0" rIns="0" bIns="0" rtlCol="0" anchor="ctr"/>
          <a:lstStyle/>
          <a:p>
            <a:pPr marL="0" indent="0">
              <a:buNone/>
            </a:pPr>
            <a:r>
              <a:rPr lang="en-US" sz="1100" b="1" dirty="0">
                <a:solidFill>
                  <a:srgbClr val="E8962E"/>
                </a:solidFill>
                <a:latin typeface="맑은 고딕" pitchFamily="34" charset="0"/>
                <a:ea typeface="맑은 고딕" pitchFamily="34" charset="-122"/>
                <a:cs typeface="맑은 고딕" pitchFamily="34" charset="-120"/>
              </a:rPr>
              <a:t>핵심: 기존 사례는 한 가지씩 잘하지만, 이를 하나의 순환으로 잇는 서비스·특허는 확인되지 않음</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47472"/>
            <a:ext cx="310896" cy="310896"/>
          </a:xfrm>
          <a:prstGeom prst="ellipse">
            <a:avLst/>
          </a:prstGeom>
          <a:solidFill>
            <a:srgbClr val="1F4D2B"/>
          </a:solidFill>
          <a:ln/>
        </p:spPr>
        <p:txBody>
          <a:bodyPr/>
          <a:lstStyle/>
          <a:p>
            <a:endParaRPr lang="ko-KR" altLang="en-US"/>
          </a:p>
        </p:txBody>
      </p:sp>
      <p:sp>
        <p:nvSpPr>
          <p:cNvPr id="3" name="Text 1"/>
          <p:cNvSpPr txBox="1"/>
          <p:nvPr/>
        </p:nvSpPr>
        <p:spPr>
          <a:xfrm>
            <a:off x="457200" y="347472"/>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9</a:t>
            </a:r>
            <a:endParaRPr lang="en-US" sz="1200" dirty="0"/>
          </a:p>
        </p:txBody>
      </p:sp>
      <p:sp>
        <p:nvSpPr>
          <p:cNvPr id="4" name="Text 2"/>
          <p:cNvSpPr txBox="1"/>
          <p:nvPr/>
        </p:nvSpPr>
        <p:spPr>
          <a:xfrm>
            <a:off x="868680" y="347472"/>
            <a:ext cx="2743200" cy="310896"/>
          </a:xfrm>
          <a:prstGeom prst="rect">
            <a:avLst/>
          </a:prstGeom>
          <a:noFill/>
          <a:ln/>
        </p:spPr>
        <p:txBody>
          <a:bodyPr wrap="square" lIns="0" tIns="0" rIns="0" bIns="0" rtlCol="0" anchor="ctr"/>
          <a:lstStyle/>
          <a:p>
            <a:pPr marL="0" indent="0">
              <a:buNone/>
            </a:pPr>
            <a:r>
              <a:rPr lang="en-US" sz="1200" b="1" dirty="0">
                <a:solidFill>
                  <a:srgbClr val="6FA35A"/>
                </a:solidFill>
                <a:latin typeface="맑은 고딕" pitchFamily="34" charset="0"/>
                <a:ea typeface="맑은 고딕" pitchFamily="34" charset="-122"/>
                <a:cs typeface="맑은 고딕" pitchFamily="34" charset="-120"/>
              </a:rPr>
              <a:t>수행계획</a:t>
            </a:r>
            <a:endParaRPr lang="en-US" sz="1200" dirty="0"/>
          </a:p>
        </p:txBody>
      </p:sp>
      <p:sp>
        <p:nvSpPr>
          <p:cNvPr id="5" name="Text 3"/>
          <p:cNvSpPr txBox="1"/>
          <p:nvPr/>
        </p:nvSpPr>
        <p:spPr>
          <a:xfrm>
            <a:off x="457200" y="749808"/>
            <a:ext cx="8229600" cy="548640"/>
          </a:xfrm>
          <a:prstGeom prst="rect">
            <a:avLst/>
          </a:prstGeom>
          <a:noFill/>
          <a:ln/>
        </p:spPr>
        <p:txBody>
          <a:bodyPr wrap="square" lIns="0" tIns="0" rIns="0" bIns="0" rtlCol="0" anchor="ctr"/>
          <a:lstStyle/>
          <a:p>
            <a:pPr marL="0" indent="0">
              <a:buNone/>
            </a:pPr>
            <a:r>
              <a:rPr lang="en-US" sz="2400" b="1" dirty="0">
                <a:solidFill>
                  <a:srgbClr val="1F4D2B"/>
                </a:solidFill>
                <a:latin typeface="맑은 고딕" pitchFamily="34" charset="0"/>
                <a:ea typeface="맑은 고딕" pitchFamily="34" charset="-122"/>
                <a:cs typeface="맑은 고딕" pitchFamily="34" charset="-120"/>
              </a:rPr>
              <a:t>16주 안에 한 바퀴 도는 프로토타입을 완성한다</a:t>
            </a:r>
            <a:endParaRPr lang="en-US" sz="2400" dirty="0"/>
          </a:p>
        </p:txBody>
      </p:sp>
      <p:sp>
        <p:nvSpPr>
          <p:cNvPr id="6" name="Text 4"/>
          <p:cNvSpPr txBox="1"/>
          <p:nvPr/>
        </p:nvSpPr>
        <p:spPr>
          <a:xfrm>
            <a:off x="5943600" y="4800600"/>
            <a:ext cx="2743200" cy="201168"/>
          </a:xfrm>
          <a:prstGeom prst="rect">
            <a:avLst/>
          </a:prstGeom>
          <a:noFill/>
          <a:ln/>
        </p:spPr>
        <p:txBody>
          <a:bodyPr wrap="square" lIns="0" tIns="0" rIns="0" bIns="0" rtlCol="0" anchor="ctr"/>
          <a:lstStyle/>
          <a:p>
            <a:pPr marL="0" indent="0" algn="r">
              <a:buNone/>
            </a:pPr>
            <a:r>
              <a:rPr lang="en-US" sz="800" dirty="0">
                <a:solidFill>
                  <a:srgbClr val="5B6B60"/>
                </a:solidFill>
                <a:latin typeface="맑은 고딕" pitchFamily="34" charset="0"/>
                <a:ea typeface="맑은 고딕" pitchFamily="34" charset="-122"/>
                <a:cs typeface="맑은 고딕" pitchFamily="34" charset="-120"/>
              </a:rPr>
              <a:t>서울 TreeMate  |  9 / 10</a:t>
            </a:r>
            <a:endParaRPr lang="en-US" sz="800" dirty="0"/>
          </a:p>
        </p:txBody>
      </p:sp>
      <p:sp>
        <p:nvSpPr>
          <p:cNvPr id="7" name="Text 5"/>
          <p:cNvSpPr txBox="1"/>
          <p:nvPr/>
        </p:nvSpPr>
        <p:spPr>
          <a:xfrm>
            <a:off x="457200" y="1481328"/>
            <a:ext cx="1280160" cy="237744"/>
          </a:xfrm>
          <a:prstGeom prst="rect">
            <a:avLst/>
          </a:prstGeom>
          <a:noFill/>
          <a:ln/>
        </p:spPr>
        <p:txBody>
          <a:bodyPr wrap="square" lIns="0" tIns="0" rIns="0" bIns="0" rtlCol="0" anchor="ctr"/>
          <a:lstStyle/>
          <a:p>
            <a:pPr marL="0" indent="0">
              <a:buNone/>
            </a:pPr>
            <a:r>
              <a:rPr lang="en-US" sz="950" b="1" dirty="0">
                <a:solidFill>
                  <a:srgbClr val="5B6B60"/>
                </a:solidFill>
                <a:latin typeface="맑은 고딕" pitchFamily="34" charset="0"/>
                <a:ea typeface="맑은 고딕" pitchFamily="34" charset="-122"/>
                <a:cs typeface="맑은 고딕" pitchFamily="34" charset="-120"/>
              </a:rPr>
              <a:t>단계</a:t>
            </a:r>
            <a:endParaRPr lang="en-US" sz="950" dirty="0"/>
          </a:p>
        </p:txBody>
      </p:sp>
      <p:sp>
        <p:nvSpPr>
          <p:cNvPr id="8" name="Text 6"/>
          <p:cNvSpPr txBox="1"/>
          <p:nvPr/>
        </p:nvSpPr>
        <p:spPr>
          <a:xfrm>
            <a:off x="1828800" y="1481328"/>
            <a:ext cx="256032" cy="237744"/>
          </a:xfrm>
          <a:prstGeom prst="rect">
            <a:avLst/>
          </a:prstGeom>
          <a:noFill/>
          <a:ln/>
        </p:spPr>
        <p:txBody>
          <a:bodyPr wrap="square" lIns="0" tIns="0" rIns="0" bIns="0" rtlCol="0" anchor="ctr"/>
          <a:lstStyle/>
          <a:p>
            <a:pPr marL="0" indent="0" algn="ctr">
              <a:buNone/>
            </a:pPr>
            <a:r>
              <a:rPr lang="en-US" sz="850" dirty="0">
                <a:solidFill>
                  <a:srgbClr val="5B6B60"/>
                </a:solidFill>
                <a:latin typeface="맑은 고딕" pitchFamily="34" charset="0"/>
                <a:ea typeface="맑은 고딕" pitchFamily="34" charset="-122"/>
                <a:cs typeface="맑은 고딕" pitchFamily="34" charset="-120"/>
              </a:rPr>
              <a:t>1</a:t>
            </a:r>
            <a:endParaRPr lang="en-US" sz="850" dirty="0"/>
          </a:p>
        </p:txBody>
      </p:sp>
      <p:sp>
        <p:nvSpPr>
          <p:cNvPr id="9" name="Text 7"/>
          <p:cNvSpPr txBox="1"/>
          <p:nvPr/>
        </p:nvSpPr>
        <p:spPr>
          <a:xfrm>
            <a:off x="2084832" y="1481328"/>
            <a:ext cx="256032" cy="237744"/>
          </a:xfrm>
          <a:prstGeom prst="rect">
            <a:avLst/>
          </a:prstGeom>
          <a:noFill/>
          <a:ln/>
        </p:spPr>
        <p:txBody>
          <a:bodyPr wrap="square" lIns="0" tIns="0" rIns="0" bIns="0" rtlCol="0" anchor="ctr"/>
          <a:lstStyle/>
          <a:p>
            <a:pPr marL="0" indent="0" algn="ctr">
              <a:buNone/>
            </a:pPr>
            <a:r>
              <a:rPr lang="en-US" sz="850" dirty="0">
                <a:solidFill>
                  <a:srgbClr val="5B6B60"/>
                </a:solidFill>
                <a:latin typeface="맑은 고딕" pitchFamily="34" charset="0"/>
                <a:ea typeface="맑은 고딕" pitchFamily="34" charset="-122"/>
                <a:cs typeface="맑은 고딕" pitchFamily="34" charset="-120"/>
              </a:rPr>
              <a:t>2</a:t>
            </a:r>
            <a:endParaRPr lang="en-US" sz="850" dirty="0"/>
          </a:p>
        </p:txBody>
      </p:sp>
      <p:sp>
        <p:nvSpPr>
          <p:cNvPr id="10" name="Text 8"/>
          <p:cNvSpPr txBox="1"/>
          <p:nvPr/>
        </p:nvSpPr>
        <p:spPr>
          <a:xfrm>
            <a:off x="2340864" y="1481328"/>
            <a:ext cx="256032" cy="237744"/>
          </a:xfrm>
          <a:prstGeom prst="rect">
            <a:avLst/>
          </a:prstGeom>
          <a:noFill/>
          <a:ln/>
        </p:spPr>
        <p:txBody>
          <a:bodyPr wrap="square" lIns="0" tIns="0" rIns="0" bIns="0" rtlCol="0" anchor="ctr"/>
          <a:lstStyle/>
          <a:p>
            <a:pPr marL="0" indent="0" algn="ctr">
              <a:buNone/>
            </a:pPr>
            <a:r>
              <a:rPr lang="en-US" sz="850" dirty="0">
                <a:solidFill>
                  <a:srgbClr val="5B6B60"/>
                </a:solidFill>
                <a:latin typeface="맑은 고딕" pitchFamily="34" charset="0"/>
                <a:ea typeface="맑은 고딕" pitchFamily="34" charset="-122"/>
                <a:cs typeface="맑은 고딕" pitchFamily="34" charset="-120"/>
              </a:rPr>
              <a:t>3</a:t>
            </a:r>
            <a:endParaRPr lang="en-US" sz="850" dirty="0"/>
          </a:p>
        </p:txBody>
      </p:sp>
      <p:sp>
        <p:nvSpPr>
          <p:cNvPr id="11" name="Text 9"/>
          <p:cNvSpPr txBox="1"/>
          <p:nvPr/>
        </p:nvSpPr>
        <p:spPr>
          <a:xfrm>
            <a:off x="2596896" y="1481328"/>
            <a:ext cx="256032" cy="237744"/>
          </a:xfrm>
          <a:prstGeom prst="rect">
            <a:avLst/>
          </a:prstGeom>
          <a:noFill/>
          <a:ln/>
        </p:spPr>
        <p:txBody>
          <a:bodyPr wrap="square" lIns="0" tIns="0" rIns="0" bIns="0" rtlCol="0" anchor="ctr"/>
          <a:lstStyle/>
          <a:p>
            <a:pPr marL="0" indent="0" algn="ctr">
              <a:buNone/>
            </a:pPr>
            <a:r>
              <a:rPr lang="en-US" sz="850" dirty="0">
                <a:solidFill>
                  <a:srgbClr val="5B6B60"/>
                </a:solidFill>
                <a:latin typeface="맑은 고딕" pitchFamily="34" charset="0"/>
                <a:ea typeface="맑은 고딕" pitchFamily="34" charset="-122"/>
                <a:cs typeface="맑은 고딕" pitchFamily="34" charset="-120"/>
              </a:rPr>
              <a:t>4</a:t>
            </a:r>
            <a:endParaRPr lang="en-US" sz="850" dirty="0"/>
          </a:p>
        </p:txBody>
      </p:sp>
      <p:sp>
        <p:nvSpPr>
          <p:cNvPr id="12" name="Text 10"/>
          <p:cNvSpPr txBox="1"/>
          <p:nvPr/>
        </p:nvSpPr>
        <p:spPr>
          <a:xfrm>
            <a:off x="2852928" y="1481328"/>
            <a:ext cx="256032" cy="237744"/>
          </a:xfrm>
          <a:prstGeom prst="rect">
            <a:avLst/>
          </a:prstGeom>
          <a:noFill/>
          <a:ln/>
        </p:spPr>
        <p:txBody>
          <a:bodyPr wrap="square" lIns="0" tIns="0" rIns="0" bIns="0" rtlCol="0" anchor="ctr"/>
          <a:lstStyle/>
          <a:p>
            <a:pPr marL="0" indent="0" algn="ctr">
              <a:buNone/>
            </a:pPr>
            <a:r>
              <a:rPr lang="en-US" sz="850" b="1" dirty="0">
                <a:solidFill>
                  <a:srgbClr val="E8962E"/>
                </a:solidFill>
                <a:latin typeface="맑은 고딕" pitchFamily="34" charset="0"/>
                <a:ea typeface="맑은 고딕" pitchFamily="34" charset="-122"/>
                <a:cs typeface="맑은 고딕" pitchFamily="34" charset="-120"/>
              </a:rPr>
              <a:t>5</a:t>
            </a:r>
            <a:endParaRPr lang="en-US" sz="850" dirty="0"/>
          </a:p>
        </p:txBody>
      </p:sp>
      <p:sp>
        <p:nvSpPr>
          <p:cNvPr id="13" name="Text 11"/>
          <p:cNvSpPr txBox="1"/>
          <p:nvPr/>
        </p:nvSpPr>
        <p:spPr>
          <a:xfrm>
            <a:off x="3108960" y="1481328"/>
            <a:ext cx="256032" cy="237744"/>
          </a:xfrm>
          <a:prstGeom prst="rect">
            <a:avLst/>
          </a:prstGeom>
          <a:noFill/>
          <a:ln/>
        </p:spPr>
        <p:txBody>
          <a:bodyPr wrap="square" lIns="0" tIns="0" rIns="0" bIns="0" rtlCol="0" anchor="ctr"/>
          <a:lstStyle/>
          <a:p>
            <a:pPr marL="0" indent="0" algn="ctr">
              <a:buNone/>
            </a:pPr>
            <a:r>
              <a:rPr lang="en-US" sz="850" dirty="0">
                <a:solidFill>
                  <a:srgbClr val="5B6B60"/>
                </a:solidFill>
                <a:latin typeface="맑은 고딕" pitchFamily="34" charset="0"/>
                <a:ea typeface="맑은 고딕" pitchFamily="34" charset="-122"/>
                <a:cs typeface="맑은 고딕" pitchFamily="34" charset="-120"/>
              </a:rPr>
              <a:t>6</a:t>
            </a:r>
            <a:endParaRPr lang="en-US" sz="850" dirty="0"/>
          </a:p>
        </p:txBody>
      </p:sp>
      <p:sp>
        <p:nvSpPr>
          <p:cNvPr id="14" name="Text 12"/>
          <p:cNvSpPr txBox="1"/>
          <p:nvPr/>
        </p:nvSpPr>
        <p:spPr>
          <a:xfrm>
            <a:off x="3364992" y="1481328"/>
            <a:ext cx="256032" cy="237744"/>
          </a:xfrm>
          <a:prstGeom prst="rect">
            <a:avLst/>
          </a:prstGeom>
          <a:noFill/>
          <a:ln/>
        </p:spPr>
        <p:txBody>
          <a:bodyPr wrap="square" lIns="0" tIns="0" rIns="0" bIns="0" rtlCol="0" anchor="ctr"/>
          <a:lstStyle/>
          <a:p>
            <a:pPr marL="0" indent="0" algn="ctr">
              <a:buNone/>
            </a:pPr>
            <a:r>
              <a:rPr lang="en-US" sz="850" dirty="0">
                <a:solidFill>
                  <a:srgbClr val="5B6B60"/>
                </a:solidFill>
                <a:latin typeface="맑은 고딕" pitchFamily="34" charset="0"/>
                <a:ea typeface="맑은 고딕" pitchFamily="34" charset="-122"/>
                <a:cs typeface="맑은 고딕" pitchFamily="34" charset="-120"/>
              </a:rPr>
              <a:t>7</a:t>
            </a:r>
            <a:endParaRPr lang="en-US" sz="850" dirty="0"/>
          </a:p>
        </p:txBody>
      </p:sp>
      <p:sp>
        <p:nvSpPr>
          <p:cNvPr id="15" name="Text 13"/>
          <p:cNvSpPr txBox="1"/>
          <p:nvPr/>
        </p:nvSpPr>
        <p:spPr>
          <a:xfrm>
            <a:off x="3621024" y="1481328"/>
            <a:ext cx="256032" cy="237744"/>
          </a:xfrm>
          <a:prstGeom prst="rect">
            <a:avLst/>
          </a:prstGeom>
          <a:noFill/>
          <a:ln/>
        </p:spPr>
        <p:txBody>
          <a:bodyPr wrap="square" lIns="0" tIns="0" rIns="0" bIns="0" rtlCol="0" anchor="ctr"/>
          <a:lstStyle/>
          <a:p>
            <a:pPr marL="0" indent="0" algn="ctr">
              <a:buNone/>
            </a:pPr>
            <a:r>
              <a:rPr lang="en-US" sz="850" dirty="0">
                <a:solidFill>
                  <a:srgbClr val="5B6B60"/>
                </a:solidFill>
                <a:latin typeface="맑은 고딕" pitchFamily="34" charset="0"/>
                <a:ea typeface="맑은 고딕" pitchFamily="34" charset="-122"/>
                <a:cs typeface="맑은 고딕" pitchFamily="34" charset="-120"/>
              </a:rPr>
              <a:t>8</a:t>
            </a:r>
            <a:endParaRPr lang="en-US" sz="850" dirty="0"/>
          </a:p>
        </p:txBody>
      </p:sp>
      <p:sp>
        <p:nvSpPr>
          <p:cNvPr id="16" name="Text 14"/>
          <p:cNvSpPr txBox="1"/>
          <p:nvPr/>
        </p:nvSpPr>
        <p:spPr>
          <a:xfrm>
            <a:off x="3877056" y="1481328"/>
            <a:ext cx="256032" cy="237744"/>
          </a:xfrm>
          <a:prstGeom prst="rect">
            <a:avLst/>
          </a:prstGeom>
          <a:noFill/>
          <a:ln/>
        </p:spPr>
        <p:txBody>
          <a:bodyPr wrap="square" lIns="0" tIns="0" rIns="0" bIns="0" rtlCol="0" anchor="ctr"/>
          <a:lstStyle/>
          <a:p>
            <a:pPr marL="0" indent="0" algn="ctr">
              <a:buNone/>
            </a:pPr>
            <a:r>
              <a:rPr lang="en-US" sz="850" dirty="0">
                <a:solidFill>
                  <a:srgbClr val="5B6B60"/>
                </a:solidFill>
                <a:latin typeface="맑은 고딕" pitchFamily="34" charset="0"/>
                <a:ea typeface="맑은 고딕" pitchFamily="34" charset="-122"/>
                <a:cs typeface="맑은 고딕" pitchFamily="34" charset="-120"/>
              </a:rPr>
              <a:t>9</a:t>
            </a:r>
            <a:endParaRPr lang="en-US" sz="850" dirty="0"/>
          </a:p>
        </p:txBody>
      </p:sp>
      <p:sp>
        <p:nvSpPr>
          <p:cNvPr id="17" name="Text 15"/>
          <p:cNvSpPr txBox="1"/>
          <p:nvPr/>
        </p:nvSpPr>
        <p:spPr>
          <a:xfrm>
            <a:off x="4133088" y="1481328"/>
            <a:ext cx="256032" cy="237744"/>
          </a:xfrm>
          <a:prstGeom prst="rect">
            <a:avLst/>
          </a:prstGeom>
          <a:noFill/>
          <a:ln/>
        </p:spPr>
        <p:txBody>
          <a:bodyPr wrap="square" lIns="0" tIns="0" rIns="0" bIns="0" rtlCol="0" anchor="ctr"/>
          <a:lstStyle/>
          <a:p>
            <a:pPr marL="0" indent="0" algn="ctr">
              <a:buNone/>
            </a:pPr>
            <a:r>
              <a:rPr lang="en-US" sz="850" dirty="0">
                <a:solidFill>
                  <a:srgbClr val="5B6B60"/>
                </a:solidFill>
                <a:latin typeface="맑은 고딕" pitchFamily="34" charset="0"/>
                <a:ea typeface="맑은 고딕" pitchFamily="34" charset="-122"/>
                <a:cs typeface="맑은 고딕" pitchFamily="34" charset="-120"/>
              </a:rPr>
              <a:t>10</a:t>
            </a:r>
            <a:endParaRPr lang="en-US" sz="850" dirty="0"/>
          </a:p>
        </p:txBody>
      </p:sp>
      <p:sp>
        <p:nvSpPr>
          <p:cNvPr id="18" name="Text 16"/>
          <p:cNvSpPr txBox="1"/>
          <p:nvPr/>
        </p:nvSpPr>
        <p:spPr>
          <a:xfrm>
            <a:off x="4389120" y="1481328"/>
            <a:ext cx="256032" cy="237744"/>
          </a:xfrm>
          <a:prstGeom prst="rect">
            <a:avLst/>
          </a:prstGeom>
          <a:noFill/>
          <a:ln/>
        </p:spPr>
        <p:txBody>
          <a:bodyPr wrap="square" lIns="0" tIns="0" rIns="0" bIns="0" rtlCol="0" anchor="ctr"/>
          <a:lstStyle/>
          <a:p>
            <a:pPr marL="0" indent="0" algn="ctr">
              <a:buNone/>
            </a:pPr>
            <a:r>
              <a:rPr lang="en-US" sz="850" dirty="0">
                <a:solidFill>
                  <a:srgbClr val="5B6B60"/>
                </a:solidFill>
                <a:latin typeface="맑은 고딕" pitchFamily="34" charset="0"/>
                <a:ea typeface="맑은 고딕" pitchFamily="34" charset="-122"/>
                <a:cs typeface="맑은 고딕" pitchFamily="34" charset="-120"/>
              </a:rPr>
              <a:t>11</a:t>
            </a:r>
            <a:endParaRPr lang="en-US" sz="850" dirty="0"/>
          </a:p>
        </p:txBody>
      </p:sp>
      <p:sp>
        <p:nvSpPr>
          <p:cNvPr id="19" name="Text 17"/>
          <p:cNvSpPr txBox="1"/>
          <p:nvPr/>
        </p:nvSpPr>
        <p:spPr>
          <a:xfrm>
            <a:off x="4645152" y="1481328"/>
            <a:ext cx="256032" cy="237744"/>
          </a:xfrm>
          <a:prstGeom prst="rect">
            <a:avLst/>
          </a:prstGeom>
          <a:noFill/>
          <a:ln/>
        </p:spPr>
        <p:txBody>
          <a:bodyPr wrap="square" lIns="0" tIns="0" rIns="0" bIns="0" rtlCol="0" anchor="ctr"/>
          <a:lstStyle/>
          <a:p>
            <a:pPr marL="0" indent="0" algn="ctr">
              <a:buNone/>
            </a:pPr>
            <a:r>
              <a:rPr lang="en-US" sz="850" dirty="0">
                <a:solidFill>
                  <a:srgbClr val="5B6B60"/>
                </a:solidFill>
                <a:latin typeface="맑은 고딕" pitchFamily="34" charset="0"/>
                <a:ea typeface="맑은 고딕" pitchFamily="34" charset="-122"/>
                <a:cs typeface="맑은 고딕" pitchFamily="34" charset="-120"/>
              </a:rPr>
              <a:t>12</a:t>
            </a:r>
            <a:endParaRPr lang="en-US" sz="850" dirty="0"/>
          </a:p>
        </p:txBody>
      </p:sp>
      <p:sp>
        <p:nvSpPr>
          <p:cNvPr id="20" name="Text 18"/>
          <p:cNvSpPr txBox="1"/>
          <p:nvPr/>
        </p:nvSpPr>
        <p:spPr>
          <a:xfrm>
            <a:off x="4901184" y="1481328"/>
            <a:ext cx="256032" cy="237744"/>
          </a:xfrm>
          <a:prstGeom prst="rect">
            <a:avLst/>
          </a:prstGeom>
          <a:noFill/>
          <a:ln/>
        </p:spPr>
        <p:txBody>
          <a:bodyPr wrap="square" lIns="0" tIns="0" rIns="0" bIns="0" rtlCol="0" anchor="ctr"/>
          <a:lstStyle/>
          <a:p>
            <a:pPr marL="0" indent="0" algn="ctr">
              <a:buNone/>
            </a:pPr>
            <a:r>
              <a:rPr lang="en-US" sz="850" dirty="0">
                <a:solidFill>
                  <a:srgbClr val="5B6B60"/>
                </a:solidFill>
                <a:latin typeface="맑은 고딕" pitchFamily="34" charset="0"/>
                <a:ea typeface="맑은 고딕" pitchFamily="34" charset="-122"/>
                <a:cs typeface="맑은 고딕" pitchFamily="34" charset="-120"/>
              </a:rPr>
              <a:t>13</a:t>
            </a:r>
            <a:endParaRPr lang="en-US" sz="850" dirty="0"/>
          </a:p>
        </p:txBody>
      </p:sp>
      <p:sp>
        <p:nvSpPr>
          <p:cNvPr id="21" name="Text 19"/>
          <p:cNvSpPr txBox="1"/>
          <p:nvPr/>
        </p:nvSpPr>
        <p:spPr>
          <a:xfrm>
            <a:off x="5157216" y="1481328"/>
            <a:ext cx="256032" cy="237744"/>
          </a:xfrm>
          <a:prstGeom prst="rect">
            <a:avLst/>
          </a:prstGeom>
          <a:noFill/>
          <a:ln/>
        </p:spPr>
        <p:txBody>
          <a:bodyPr wrap="square" lIns="0" tIns="0" rIns="0" bIns="0" rtlCol="0" anchor="ctr"/>
          <a:lstStyle/>
          <a:p>
            <a:pPr marL="0" indent="0" algn="ctr">
              <a:buNone/>
            </a:pPr>
            <a:r>
              <a:rPr lang="en-US" sz="850" dirty="0">
                <a:solidFill>
                  <a:srgbClr val="5B6B60"/>
                </a:solidFill>
                <a:latin typeface="맑은 고딕" pitchFamily="34" charset="0"/>
                <a:ea typeface="맑은 고딕" pitchFamily="34" charset="-122"/>
                <a:cs typeface="맑은 고딕" pitchFamily="34" charset="-120"/>
              </a:rPr>
              <a:t>14</a:t>
            </a:r>
            <a:endParaRPr lang="en-US" sz="850" dirty="0"/>
          </a:p>
        </p:txBody>
      </p:sp>
      <p:sp>
        <p:nvSpPr>
          <p:cNvPr id="22" name="Text 20"/>
          <p:cNvSpPr txBox="1"/>
          <p:nvPr/>
        </p:nvSpPr>
        <p:spPr>
          <a:xfrm>
            <a:off x="5413248" y="1481328"/>
            <a:ext cx="256032" cy="237744"/>
          </a:xfrm>
          <a:prstGeom prst="rect">
            <a:avLst/>
          </a:prstGeom>
          <a:noFill/>
          <a:ln/>
        </p:spPr>
        <p:txBody>
          <a:bodyPr wrap="square" lIns="0" tIns="0" rIns="0" bIns="0" rtlCol="0" anchor="ctr"/>
          <a:lstStyle/>
          <a:p>
            <a:pPr marL="0" indent="0" algn="ctr">
              <a:buNone/>
            </a:pPr>
            <a:r>
              <a:rPr lang="en-US" sz="850" dirty="0">
                <a:solidFill>
                  <a:srgbClr val="5B6B60"/>
                </a:solidFill>
                <a:latin typeface="맑은 고딕" pitchFamily="34" charset="0"/>
                <a:ea typeface="맑은 고딕" pitchFamily="34" charset="-122"/>
                <a:cs typeface="맑은 고딕" pitchFamily="34" charset="-120"/>
              </a:rPr>
              <a:t>15</a:t>
            </a:r>
            <a:endParaRPr lang="en-US" sz="850" dirty="0"/>
          </a:p>
        </p:txBody>
      </p:sp>
      <p:sp>
        <p:nvSpPr>
          <p:cNvPr id="23" name="Text 21"/>
          <p:cNvSpPr txBox="1"/>
          <p:nvPr/>
        </p:nvSpPr>
        <p:spPr>
          <a:xfrm>
            <a:off x="5669280" y="1481328"/>
            <a:ext cx="256032" cy="237744"/>
          </a:xfrm>
          <a:prstGeom prst="rect">
            <a:avLst/>
          </a:prstGeom>
          <a:noFill/>
          <a:ln/>
        </p:spPr>
        <p:txBody>
          <a:bodyPr wrap="square" lIns="0" tIns="0" rIns="0" bIns="0" rtlCol="0" anchor="ctr"/>
          <a:lstStyle/>
          <a:p>
            <a:pPr marL="0" indent="0" algn="ctr">
              <a:buNone/>
            </a:pPr>
            <a:r>
              <a:rPr lang="en-US" sz="850" dirty="0">
                <a:solidFill>
                  <a:srgbClr val="5B6B60"/>
                </a:solidFill>
                <a:latin typeface="맑은 고딕" pitchFamily="34" charset="0"/>
                <a:ea typeface="맑은 고딕" pitchFamily="34" charset="-122"/>
                <a:cs typeface="맑은 고딕" pitchFamily="34" charset="-120"/>
              </a:rPr>
              <a:t>16</a:t>
            </a:r>
            <a:endParaRPr lang="en-US" sz="850" dirty="0"/>
          </a:p>
        </p:txBody>
      </p:sp>
      <p:sp>
        <p:nvSpPr>
          <p:cNvPr id="24" name="Shape 22"/>
          <p:cNvSpPr/>
          <p:nvPr/>
        </p:nvSpPr>
        <p:spPr>
          <a:xfrm>
            <a:off x="457200" y="1773936"/>
            <a:ext cx="5468112" cy="310896"/>
          </a:xfrm>
          <a:prstGeom prst="rect">
            <a:avLst/>
          </a:prstGeom>
          <a:solidFill>
            <a:srgbClr val="F3F5F2"/>
          </a:solidFill>
          <a:ln/>
        </p:spPr>
        <p:txBody>
          <a:bodyPr/>
          <a:lstStyle/>
          <a:p>
            <a:endParaRPr lang="ko-KR" altLang="en-US"/>
          </a:p>
        </p:txBody>
      </p:sp>
      <p:sp>
        <p:nvSpPr>
          <p:cNvPr id="25" name="Text 23"/>
          <p:cNvSpPr txBox="1"/>
          <p:nvPr/>
        </p:nvSpPr>
        <p:spPr>
          <a:xfrm>
            <a:off x="548640" y="1773936"/>
            <a:ext cx="1280160" cy="310896"/>
          </a:xfrm>
          <a:prstGeom prst="rect">
            <a:avLst/>
          </a:prstGeom>
          <a:noFill/>
          <a:ln/>
        </p:spPr>
        <p:txBody>
          <a:bodyPr wrap="square" lIns="0" tIns="0" rIns="0" bIns="0" rtlCol="0" anchor="ctr"/>
          <a:lstStyle/>
          <a:p>
            <a:pPr marL="0" indent="0">
              <a:buNone/>
            </a:pPr>
            <a:r>
              <a:rPr lang="en-US" sz="1000" b="1" dirty="0">
                <a:solidFill>
                  <a:srgbClr val="1E2B22"/>
                </a:solidFill>
                <a:latin typeface="맑은 고딕" pitchFamily="34" charset="0"/>
                <a:ea typeface="맑은 고딕" pitchFamily="34" charset="-122"/>
                <a:cs typeface="맑은 고딕" pitchFamily="34" charset="-120"/>
              </a:rPr>
              <a:t>기획</a:t>
            </a:r>
            <a:endParaRPr lang="en-US" sz="1000" dirty="0"/>
          </a:p>
        </p:txBody>
      </p:sp>
      <p:sp>
        <p:nvSpPr>
          <p:cNvPr id="26" name="Shape 24"/>
          <p:cNvSpPr/>
          <p:nvPr/>
        </p:nvSpPr>
        <p:spPr>
          <a:xfrm>
            <a:off x="1847088" y="1837944"/>
            <a:ext cx="1243584" cy="182880"/>
          </a:xfrm>
          <a:prstGeom prst="roundRect">
            <a:avLst>
              <a:gd name="adj" fmla="val 25000"/>
            </a:avLst>
          </a:prstGeom>
          <a:solidFill>
            <a:srgbClr val="D5E8CB"/>
          </a:solidFill>
          <a:ln/>
        </p:spPr>
        <p:txBody>
          <a:bodyPr/>
          <a:lstStyle/>
          <a:p>
            <a:endParaRPr lang="ko-KR" altLang="en-US"/>
          </a:p>
        </p:txBody>
      </p:sp>
      <p:sp>
        <p:nvSpPr>
          <p:cNvPr id="27" name="Text 25"/>
          <p:cNvSpPr txBox="1"/>
          <p:nvPr/>
        </p:nvSpPr>
        <p:spPr>
          <a:xfrm>
            <a:off x="548640" y="2084832"/>
            <a:ext cx="1280160" cy="310896"/>
          </a:xfrm>
          <a:prstGeom prst="rect">
            <a:avLst/>
          </a:prstGeom>
          <a:noFill/>
          <a:ln/>
        </p:spPr>
        <p:txBody>
          <a:bodyPr wrap="square" lIns="0" tIns="0" rIns="0" bIns="0" rtlCol="0" anchor="ctr"/>
          <a:lstStyle/>
          <a:p>
            <a:pPr marL="0" indent="0">
              <a:buNone/>
            </a:pPr>
            <a:r>
              <a:rPr lang="en-US" sz="1000" b="1" dirty="0">
                <a:solidFill>
                  <a:srgbClr val="1E2B22"/>
                </a:solidFill>
                <a:latin typeface="맑은 고딕" pitchFamily="34" charset="0"/>
                <a:ea typeface="맑은 고딕" pitchFamily="34" charset="-122"/>
                <a:cs typeface="맑은 고딕" pitchFamily="34" charset="-120"/>
              </a:rPr>
              <a:t>설계</a:t>
            </a:r>
            <a:endParaRPr lang="en-US" sz="1000" dirty="0"/>
          </a:p>
        </p:txBody>
      </p:sp>
      <p:sp>
        <p:nvSpPr>
          <p:cNvPr id="28" name="Shape 26"/>
          <p:cNvSpPr/>
          <p:nvPr/>
        </p:nvSpPr>
        <p:spPr>
          <a:xfrm>
            <a:off x="2871216" y="2148840"/>
            <a:ext cx="475488" cy="182880"/>
          </a:xfrm>
          <a:prstGeom prst="roundRect">
            <a:avLst>
              <a:gd name="adj" fmla="val 25000"/>
            </a:avLst>
          </a:prstGeom>
          <a:solidFill>
            <a:srgbClr val="6FA35A"/>
          </a:solidFill>
          <a:ln/>
        </p:spPr>
        <p:txBody>
          <a:bodyPr/>
          <a:lstStyle/>
          <a:p>
            <a:endParaRPr lang="ko-KR" altLang="en-US"/>
          </a:p>
        </p:txBody>
      </p:sp>
      <p:sp>
        <p:nvSpPr>
          <p:cNvPr id="29" name="Shape 27"/>
          <p:cNvSpPr/>
          <p:nvPr/>
        </p:nvSpPr>
        <p:spPr>
          <a:xfrm>
            <a:off x="457200" y="2395728"/>
            <a:ext cx="5468112" cy="310896"/>
          </a:xfrm>
          <a:prstGeom prst="rect">
            <a:avLst/>
          </a:prstGeom>
          <a:solidFill>
            <a:srgbClr val="F3F5F2"/>
          </a:solidFill>
          <a:ln/>
        </p:spPr>
        <p:txBody>
          <a:bodyPr/>
          <a:lstStyle/>
          <a:p>
            <a:endParaRPr lang="ko-KR" altLang="en-US"/>
          </a:p>
        </p:txBody>
      </p:sp>
      <p:sp>
        <p:nvSpPr>
          <p:cNvPr id="30" name="Text 28"/>
          <p:cNvSpPr txBox="1"/>
          <p:nvPr/>
        </p:nvSpPr>
        <p:spPr>
          <a:xfrm>
            <a:off x="548640" y="2395728"/>
            <a:ext cx="1280160" cy="310896"/>
          </a:xfrm>
          <a:prstGeom prst="rect">
            <a:avLst/>
          </a:prstGeom>
          <a:noFill/>
          <a:ln/>
        </p:spPr>
        <p:txBody>
          <a:bodyPr wrap="square" lIns="0" tIns="0" rIns="0" bIns="0" rtlCol="0" anchor="ctr"/>
          <a:lstStyle/>
          <a:p>
            <a:pPr marL="0" indent="0">
              <a:buNone/>
            </a:pPr>
            <a:r>
              <a:rPr lang="en-US" sz="1000" b="1" dirty="0">
                <a:solidFill>
                  <a:srgbClr val="1E2B22"/>
                </a:solidFill>
                <a:latin typeface="맑은 고딕" pitchFamily="34" charset="0"/>
                <a:ea typeface="맑은 고딕" pitchFamily="34" charset="-122"/>
                <a:cs typeface="맑은 고딕" pitchFamily="34" charset="-120"/>
              </a:rPr>
              <a:t>개발 Must</a:t>
            </a:r>
            <a:endParaRPr lang="en-US" sz="1000" dirty="0"/>
          </a:p>
        </p:txBody>
      </p:sp>
      <p:sp>
        <p:nvSpPr>
          <p:cNvPr id="31" name="Shape 29"/>
          <p:cNvSpPr/>
          <p:nvPr/>
        </p:nvSpPr>
        <p:spPr>
          <a:xfrm>
            <a:off x="3127248" y="2459736"/>
            <a:ext cx="731520" cy="182880"/>
          </a:xfrm>
          <a:prstGeom prst="roundRect">
            <a:avLst>
              <a:gd name="adj" fmla="val 25000"/>
            </a:avLst>
          </a:prstGeom>
          <a:solidFill>
            <a:srgbClr val="1F4D2B"/>
          </a:solidFill>
          <a:ln/>
        </p:spPr>
        <p:txBody>
          <a:bodyPr/>
          <a:lstStyle/>
          <a:p>
            <a:endParaRPr lang="ko-KR" altLang="en-US"/>
          </a:p>
        </p:txBody>
      </p:sp>
      <p:sp>
        <p:nvSpPr>
          <p:cNvPr id="32" name="Text 30"/>
          <p:cNvSpPr txBox="1"/>
          <p:nvPr/>
        </p:nvSpPr>
        <p:spPr>
          <a:xfrm>
            <a:off x="548640" y="2706624"/>
            <a:ext cx="1280160" cy="310896"/>
          </a:xfrm>
          <a:prstGeom prst="rect">
            <a:avLst/>
          </a:prstGeom>
          <a:noFill/>
          <a:ln/>
        </p:spPr>
        <p:txBody>
          <a:bodyPr wrap="square" lIns="0" tIns="0" rIns="0" bIns="0" rtlCol="0" anchor="ctr"/>
          <a:lstStyle/>
          <a:p>
            <a:pPr marL="0" indent="0">
              <a:buNone/>
            </a:pPr>
            <a:r>
              <a:rPr lang="en-US" sz="1000" b="1" dirty="0">
                <a:solidFill>
                  <a:srgbClr val="1E2B22"/>
                </a:solidFill>
                <a:latin typeface="맑은 고딕" pitchFamily="34" charset="0"/>
                <a:ea typeface="맑은 고딕" pitchFamily="34" charset="-122"/>
                <a:cs typeface="맑은 고딕" pitchFamily="34" charset="-120"/>
              </a:rPr>
              <a:t>중간 발표</a:t>
            </a:r>
            <a:endParaRPr lang="en-US" sz="1000" dirty="0"/>
          </a:p>
        </p:txBody>
      </p:sp>
      <p:sp>
        <p:nvSpPr>
          <p:cNvPr id="33" name="Shape 31"/>
          <p:cNvSpPr/>
          <p:nvPr/>
        </p:nvSpPr>
        <p:spPr>
          <a:xfrm>
            <a:off x="3648456" y="2761488"/>
            <a:ext cx="201168" cy="201168"/>
          </a:xfrm>
          <a:prstGeom prst="diamond">
            <a:avLst/>
          </a:prstGeom>
          <a:solidFill>
            <a:srgbClr val="E8962E"/>
          </a:solidFill>
          <a:ln/>
        </p:spPr>
        <p:txBody>
          <a:bodyPr/>
          <a:lstStyle/>
          <a:p>
            <a:endParaRPr lang="ko-KR" altLang="en-US"/>
          </a:p>
        </p:txBody>
      </p:sp>
      <p:sp>
        <p:nvSpPr>
          <p:cNvPr id="34" name="Shape 32"/>
          <p:cNvSpPr/>
          <p:nvPr/>
        </p:nvSpPr>
        <p:spPr>
          <a:xfrm>
            <a:off x="457200" y="3017520"/>
            <a:ext cx="5468112" cy="310896"/>
          </a:xfrm>
          <a:prstGeom prst="rect">
            <a:avLst/>
          </a:prstGeom>
          <a:solidFill>
            <a:srgbClr val="F3F5F2"/>
          </a:solidFill>
          <a:ln/>
        </p:spPr>
        <p:txBody>
          <a:bodyPr/>
          <a:lstStyle/>
          <a:p>
            <a:endParaRPr lang="ko-KR" altLang="en-US"/>
          </a:p>
        </p:txBody>
      </p:sp>
      <p:sp>
        <p:nvSpPr>
          <p:cNvPr id="35" name="Text 33"/>
          <p:cNvSpPr txBox="1"/>
          <p:nvPr/>
        </p:nvSpPr>
        <p:spPr>
          <a:xfrm>
            <a:off x="548640" y="3017520"/>
            <a:ext cx="1280160" cy="310896"/>
          </a:xfrm>
          <a:prstGeom prst="rect">
            <a:avLst/>
          </a:prstGeom>
          <a:noFill/>
          <a:ln/>
        </p:spPr>
        <p:txBody>
          <a:bodyPr wrap="square" lIns="0" tIns="0" rIns="0" bIns="0" rtlCol="0" anchor="ctr"/>
          <a:lstStyle/>
          <a:p>
            <a:pPr marL="0" indent="0">
              <a:buNone/>
            </a:pPr>
            <a:r>
              <a:rPr lang="en-US" sz="1000" b="1" dirty="0">
                <a:solidFill>
                  <a:srgbClr val="1E2B22"/>
                </a:solidFill>
                <a:latin typeface="맑은 고딕" pitchFamily="34" charset="0"/>
                <a:ea typeface="맑은 고딕" pitchFamily="34" charset="-122"/>
                <a:cs typeface="맑은 고딕" pitchFamily="34" charset="-120"/>
              </a:rPr>
              <a:t>개발 Should</a:t>
            </a:r>
            <a:endParaRPr lang="en-US" sz="1000" dirty="0"/>
          </a:p>
        </p:txBody>
      </p:sp>
      <p:sp>
        <p:nvSpPr>
          <p:cNvPr id="36" name="Shape 34"/>
          <p:cNvSpPr/>
          <p:nvPr/>
        </p:nvSpPr>
        <p:spPr>
          <a:xfrm>
            <a:off x="3895344" y="3081528"/>
            <a:ext cx="987552" cy="182880"/>
          </a:xfrm>
          <a:prstGeom prst="roundRect">
            <a:avLst>
              <a:gd name="adj" fmla="val 25000"/>
            </a:avLst>
          </a:prstGeom>
          <a:solidFill>
            <a:srgbClr val="1F4D2B"/>
          </a:solidFill>
          <a:ln/>
        </p:spPr>
        <p:txBody>
          <a:bodyPr/>
          <a:lstStyle/>
          <a:p>
            <a:endParaRPr lang="ko-KR" altLang="en-US"/>
          </a:p>
        </p:txBody>
      </p:sp>
      <p:sp>
        <p:nvSpPr>
          <p:cNvPr id="37" name="Text 35"/>
          <p:cNvSpPr txBox="1"/>
          <p:nvPr/>
        </p:nvSpPr>
        <p:spPr>
          <a:xfrm>
            <a:off x="548640" y="3328416"/>
            <a:ext cx="1280160" cy="310896"/>
          </a:xfrm>
          <a:prstGeom prst="rect">
            <a:avLst/>
          </a:prstGeom>
          <a:noFill/>
          <a:ln/>
        </p:spPr>
        <p:txBody>
          <a:bodyPr wrap="square" lIns="0" tIns="0" rIns="0" bIns="0" rtlCol="0" anchor="ctr"/>
          <a:lstStyle/>
          <a:p>
            <a:pPr marL="0" indent="0">
              <a:buNone/>
            </a:pPr>
            <a:r>
              <a:rPr lang="en-US" sz="1000" b="1" dirty="0">
                <a:solidFill>
                  <a:srgbClr val="1E2B22"/>
                </a:solidFill>
                <a:latin typeface="맑은 고딕" pitchFamily="34" charset="0"/>
                <a:ea typeface="맑은 고딕" pitchFamily="34" charset="-122"/>
                <a:cs typeface="맑은 고딕" pitchFamily="34" charset="-120"/>
              </a:rPr>
              <a:t>개발 Could</a:t>
            </a:r>
            <a:endParaRPr lang="en-US" sz="1000" dirty="0"/>
          </a:p>
        </p:txBody>
      </p:sp>
      <p:sp>
        <p:nvSpPr>
          <p:cNvPr id="38" name="Shape 36"/>
          <p:cNvSpPr/>
          <p:nvPr/>
        </p:nvSpPr>
        <p:spPr>
          <a:xfrm>
            <a:off x="4663440" y="3392424"/>
            <a:ext cx="475488" cy="182880"/>
          </a:xfrm>
          <a:prstGeom prst="roundRect">
            <a:avLst>
              <a:gd name="adj" fmla="val 25000"/>
            </a:avLst>
          </a:prstGeom>
          <a:solidFill>
            <a:srgbClr val="6FA35A"/>
          </a:solidFill>
          <a:ln/>
        </p:spPr>
        <p:txBody>
          <a:bodyPr/>
          <a:lstStyle/>
          <a:p>
            <a:endParaRPr lang="ko-KR" altLang="en-US"/>
          </a:p>
        </p:txBody>
      </p:sp>
      <p:sp>
        <p:nvSpPr>
          <p:cNvPr id="39" name="Shape 37"/>
          <p:cNvSpPr/>
          <p:nvPr/>
        </p:nvSpPr>
        <p:spPr>
          <a:xfrm>
            <a:off x="457200" y="3639312"/>
            <a:ext cx="5468112" cy="310896"/>
          </a:xfrm>
          <a:prstGeom prst="rect">
            <a:avLst/>
          </a:prstGeom>
          <a:solidFill>
            <a:srgbClr val="F3F5F2"/>
          </a:solidFill>
          <a:ln/>
        </p:spPr>
        <p:txBody>
          <a:bodyPr/>
          <a:lstStyle/>
          <a:p>
            <a:endParaRPr lang="ko-KR" altLang="en-US"/>
          </a:p>
        </p:txBody>
      </p:sp>
      <p:sp>
        <p:nvSpPr>
          <p:cNvPr id="40" name="Text 38"/>
          <p:cNvSpPr txBox="1"/>
          <p:nvPr/>
        </p:nvSpPr>
        <p:spPr>
          <a:xfrm>
            <a:off x="548640" y="3639312"/>
            <a:ext cx="1280160" cy="310896"/>
          </a:xfrm>
          <a:prstGeom prst="rect">
            <a:avLst/>
          </a:prstGeom>
          <a:noFill/>
          <a:ln/>
        </p:spPr>
        <p:txBody>
          <a:bodyPr wrap="square" lIns="0" tIns="0" rIns="0" bIns="0" rtlCol="0" anchor="ctr"/>
          <a:lstStyle/>
          <a:p>
            <a:pPr marL="0" indent="0">
              <a:buNone/>
            </a:pPr>
            <a:r>
              <a:rPr lang="en-US" sz="1000" b="1" dirty="0">
                <a:solidFill>
                  <a:srgbClr val="1E2B22"/>
                </a:solidFill>
                <a:latin typeface="맑은 고딕" pitchFamily="34" charset="0"/>
                <a:ea typeface="맑은 고딕" pitchFamily="34" charset="-122"/>
                <a:cs typeface="맑은 고딕" pitchFamily="34" charset="-120"/>
              </a:rPr>
              <a:t>테스트·마무리</a:t>
            </a:r>
            <a:endParaRPr lang="en-US" sz="1000" dirty="0"/>
          </a:p>
        </p:txBody>
      </p:sp>
      <p:sp>
        <p:nvSpPr>
          <p:cNvPr id="41" name="Shape 39"/>
          <p:cNvSpPr/>
          <p:nvPr/>
        </p:nvSpPr>
        <p:spPr>
          <a:xfrm>
            <a:off x="4919472" y="3703320"/>
            <a:ext cx="731520" cy="182880"/>
          </a:xfrm>
          <a:prstGeom prst="roundRect">
            <a:avLst>
              <a:gd name="adj" fmla="val 25000"/>
            </a:avLst>
          </a:prstGeom>
          <a:solidFill>
            <a:srgbClr val="6FA35A"/>
          </a:solidFill>
          <a:ln/>
        </p:spPr>
        <p:txBody>
          <a:bodyPr/>
          <a:lstStyle/>
          <a:p>
            <a:endParaRPr lang="ko-KR" altLang="en-US"/>
          </a:p>
        </p:txBody>
      </p:sp>
      <p:sp>
        <p:nvSpPr>
          <p:cNvPr id="42" name="Text 40"/>
          <p:cNvSpPr txBox="1"/>
          <p:nvPr/>
        </p:nvSpPr>
        <p:spPr>
          <a:xfrm>
            <a:off x="548640" y="3950208"/>
            <a:ext cx="1280160" cy="310896"/>
          </a:xfrm>
          <a:prstGeom prst="rect">
            <a:avLst/>
          </a:prstGeom>
          <a:noFill/>
          <a:ln/>
        </p:spPr>
        <p:txBody>
          <a:bodyPr wrap="square" lIns="0" tIns="0" rIns="0" bIns="0" rtlCol="0" anchor="ctr"/>
          <a:lstStyle/>
          <a:p>
            <a:pPr marL="0" indent="0">
              <a:buNone/>
            </a:pPr>
            <a:r>
              <a:rPr lang="en-US" sz="1000" b="1" dirty="0">
                <a:solidFill>
                  <a:srgbClr val="1E2B22"/>
                </a:solidFill>
                <a:latin typeface="맑은 고딕" pitchFamily="34" charset="0"/>
                <a:ea typeface="맑은 고딕" pitchFamily="34" charset="-122"/>
                <a:cs typeface="맑은 고딕" pitchFamily="34" charset="-120"/>
              </a:rPr>
              <a:t>최종 발표</a:t>
            </a:r>
            <a:endParaRPr lang="en-US" sz="1000" dirty="0"/>
          </a:p>
        </p:txBody>
      </p:sp>
      <p:sp>
        <p:nvSpPr>
          <p:cNvPr id="43" name="Shape 41"/>
          <p:cNvSpPr/>
          <p:nvPr/>
        </p:nvSpPr>
        <p:spPr>
          <a:xfrm>
            <a:off x="5696712" y="4005072"/>
            <a:ext cx="201168" cy="201168"/>
          </a:xfrm>
          <a:prstGeom prst="diamond">
            <a:avLst/>
          </a:prstGeom>
          <a:solidFill>
            <a:srgbClr val="E8962E"/>
          </a:solidFill>
          <a:ln/>
        </p:spPr>
        <p:txBody>
          <a:bodyPr/>
          <a:lstStyle/>
          <a:p>
            <a:endParaRPr lang="ko-KR" altLang="en-US"/>
          </a:p>
        </p:txBody>
      </p:sp>
      <p:sp>
        <p:nvSpPr>
          <p:cNvPr id="44" name="Shape 42"/>
          <p:cNvSpPr/>
          <p:nvPr/>
        </p:nvSpPr>
        <p:spPr>
          <a:xfrm>
            <a:off x="2980944" y="1737360"/>
            <a:ext cx="0" cy="2542032"/>
          </a:xfrm>
          <a:prstGeom prst="line">
            <a:avLst/>
          </a:prstGeom>
          <a:noFill/>
          <a:ln w="12700">
            <a:solidFill>
              <a:srgbClr val="E8962E"/>
            </a:solidFill>
            <a:prstDash val="dash"/>
          </a:ln>
        </p:spPr>
        <p:txBody>
          <a:bodyPr/>
          <a:lstStyle/>
          <a:p>
            <a:endParaRPr lang="ko-KR" altLang="en-US"/>
          </a:p>
        </p:txBody>
      </p:sp>
      <p:sp>
        <p:nvSpPr>
          <p:cNvPr id="45" name="Text 43"/>
          <p:cNvSpPr txBox="1"/>
          <p:nvPr/>
        </p:nvSpPr>
        <p:spPr>
          <a:xfrm>
            <a:off x="2523744" y="4306824"/>
            <a:ext cx="914400" cy="182880"/>
          </a:xfrm>
          <a:prstGeom prst="rect">
            <a:avLst/>
          </a:prstGeom>
          <a:noFill/>
          <a:ln/>
        </p:spPr>
        <p:txBody>
          <a:bodyPr wrap="square" lIns="0" tIns="0" rIns="0" bIns="0" rtlCol="0" anchor="ctr"/>
          <a:lstStyle/>
          <a:p>
            <a:pPr marL="0" indent="0" algn="ctr">
              <a:buNone/>
            </a:pPr>
            <a:r>
              <a:rPr lang="en-US" sz="800" dirty="0">
                <a:solidFill>
                  <a:srgbClr val="E8962E"/>
                </a:solidFill>
                <a:latin typeface="맑은 고딕" pitchFamily="34" charset="0"/>
                <a:ea typeface="맑은 고딕" pitchFamily="34" charset="-122"/>
                <a:cs typeface="맑은 고딕" pitchFamily="34" charset="-120"/>
              </a:rPr>
              <a:t>지금(5주차)</a:t>
            </a:r>
            <a:endParaRPr lang="en-US" sz="800" dirty="0"/>
          </a:p>
        </p:txBody>
      </p:sp>
      <p:sp>
        <p:nvSpPr>
          <p:cNvPr id="46" name="Text 44"/>
          <p:cNvSpPr txBox="1"/>
          <p:nvPr/>
        </p:nvSpPr>
        <p:spPr>
          <a:xfrm>
            <a:off x="457200" y="4526280"/>
            <a:ext cx="5029200" cy="201168"/>
          </a:xfrm>
          <a:prstGeom prst="rect">
            <a:avLst/>
          </a:prstGeom>
          <a:noFill/>
          <a:ln/>
        </p:spPr>
        <p:txBody>
          <a:bodyPr wrap="square" lIns="0" tIns="0" rIns="0" bIns="0" rtlCol="0" anchor="ctr"/>
          <a:lstStyle/>
          <a:p>
            <a:pPr marL="0" indent="0">
              <a:buNone/>
            </a:pPr>
            <a:r>
              <a:rPr lang="en-US" sz="800" dirty="0">
                <a:solidFill>
                  <a:srgbClr val="5B6B60"/>
                </a:solidFill>
                <a:latin typeface="맑은 고딕" pitchFamily="34" charset="0"/>
                <a:ea typeface="맑은 고딕" pitchFamily="34" charset="-122"/>
                <a:cs typeface="맑은 고딕" pitchFamily="34" charset="-120"/>
              </a:rPr>
              <a:t>◆ 발표 마일스톤  ·  8주차 = 10/20 주, 16주차 = 12/15 주</a:t>
            </a:r>
            <a:endParaRPr lang="en-US" sz="800" dirty="0"/>
          </a:p>
        </p:txBody>
      </p:sp>
      <p:sp>
        <p:nvSpPr>
          <p:cNvPr id="47" name="Shape 45"/>
          <p:cNvSpPr/>
          <p:nvPr/>
        </p:nvSpPr>
        <p:spPr>
          <a:xfrm>
            <a:off x="6172200" y="1481328"/>
            <a:ext cx="2514600" cy="658368"/>
          </a:xfrm>
          <a:prstGeom prst="roundRect">
            <a:avLst>
              <a:gd name="adj" fmla="val 11111"/>
            </a:avLst>
          </a:prstGeom>
          <a:solidFill>
            <a:srgbClr val="EAF3E4"/>
          </a:solidFill>
          <a:ln/>
        </p:spPr>
        <p:txBody>
          <a:bodyPr/>
          <a:lstStyle/>
          <a:p>
            <a:endParaRPr lang="ko-KR" altLang="en-US"/>
          </a:p>
        </p:txBody>
      </p:sp>
      <p:sp>
        <p:nvSpPr>
          <p:cNvPr id="48" name="Text 46"/>
          <p:cNvSpPr txBox="1"/>
          <p:nvPr/>
        </p:nvSpPr>
        <p:spPr>
          <a:xfrm>
            <a:off x="6309360" y="1545336"/>
            <a:ext cx="731520" cy="237744"/>
          </a:xfrm>
          <a:prstGeom prst="rect">
            <a:avLst/>
          </a:prstGeom>
          <a:noFill/>
          <a:ln/>
        </p:spPr>
        <p:txBody>
          <a:bodyPr wrap="square" lIns="0" tIns="0" rIns="0" bIns="0" rtlCol="0" anchor="ctr"/>
          <a:lstStyle/>
          <a:p>
            <a:pPr marL="0" indent="0">
              <a:buNone/>
            </a:pPr>
            <a:r>
              <a:rPr lang="en-US" sz="1150" b="1" dirty="0">
                <a:solidFill>
                  <a:srgbClr val="1F4D2B"/>
                </a:solidFill>
                <a:latin typeface="맑은 고딕" pitchFamily="34" charset="0"/>
                <a:ea typeface="맑은 고딕" pitchFamily="34" charset="-122"/>
                <a:cs typeface="맑은 고딕" pitchFamily="34" charset="-120"/>
              </a:rPr>
              <a:t>김태형</a:t>
            </a:r>
            <a:endParaRPr lang="en-US" sz="1150" dirty="0"/>
          </a:p>
        </p:txBody>
      </p:sp>
      <p:sp>
        <p:nvSpPr>
          <p:cNvPr id="49" name="Text 47"/>
          <p:cNvSpPr txBox="1"/>
          <p:nvPr/>
        </p:nvSpPr>
        <p:spPr>
          <a:xfrm>
            <a:off x="6995160" y="1563624"/>
            <a:ext cx="1645920" cy="219456"/>
          </a:xfrm>
          <a:prstGeom prst="rect">
            <a:avLst/>
          </a:prstGeom>
          <a:noFill/>
          <a:ln/>
        </p:spPr>
        <p:txBody>
          <a:bodyPr wrap="square" lIns="0" tIns="0" rIns="0" bIns="0" rtlCol="0" anchor="ctr"/>
          <a:lstStyle/>
          <a:p>
            <a:pPr marL="0" indent="0">
              <a:buNone/>
            </a:pPr>
            <a:r>
              <a:rPr lang="en-US" sz="850" b="1" dirty="0">
                <a:solidFill>
                  <a:srgbClr val="6FA35A"/>
                </a:solidFill>
                <a:latin typeface="맑은 고딕" pitchFamily="34" charset="0"/>
                <a:ea typeface="맑은 고딕" pitchFamily="34" charset="-122"/>
                <a:cs typeface="맑은 고딕" pitchFamily="34" charset="-120"/>
              </a:rPr>
              <a:t>팀장 · PM · 백엔드(행정 연계)</a:t>
            </a:r>
            <a:endParaRPr lang="en-US" sz="850" dirty="0"/>
          </a:p>
        </p:txBody>
      </p:sp>
      <p:sp>
        <p:nvSpPr>
          <p:cNvPr id="50" name="Text 48"/>
          <p:cNvSpPr txBox="1"/>
          <p:nvPr/>
        </p:nvSpPr>
        <p:spPr>
          <a:xfrm>
            <a:off x="6309360" y="1828800"/>
            <a:ext cx="2286000" cy="237744"/>
          </a:xfrm>
          <a:prstGeom prst="rect">
            <a:avLst/>
          </a:prstGeom>
          <a:noFill/>
          <a:ln/>
        </p:spPr>
        <p:txBody>
          <a:bodyPr wrap="square" lIns="0" tIns="0" rIns="0" bIns="0" rtlCol="0" anchor="ctr"/>
          <a:lstStyle/>
          <a:p>
            <a:pPr marL="0" indent="0">
              <a:buNone/>
            </a:pPr>
            <a:r>
              <a:rPr lang="en-US" sz="900" dirty="0">
                <a:solidFill>
                  <a:srgbClr val="1E2B22"/>
                </a:solidFill>
                <a:latin typeface="맑은 고딕" pitchFamily="34" charset="0"/>
                <a:ea typeface="맑은 고딕" pitchFamily="34" charset="-122"/>
                <a:cs typeface="맑은 고딕" pitchFamily="34" charset="-120"/>
              </a:rPr>
              <a:t>신고 큐·알림 API, 통합·배포</a:t>
            </a:r>
            <a:endParaRPr lang="en-US" sz="900" dirty="0"/>
          </a:p>
        </p:txBody>
      </p:sp>
      <p:sp>
        <p:nvSpPr>
          <p:cNvPr id="51" name="Shape 49"/>
          <p:cNvSpPr/>
          <p:nvPr/>
        </p:nvSpPr>
        <p:spPr>
          <a:xfrm>
            <a:off x="6172200" y="2240280"/>
            <a:ext cx="2514600" cy="658368"/>
          </a:xfrm>
          <a:prstGeom prst="roundRect">
            <a:avLst>
              <a:gd name="adj" fmla="val 11111"/>
            </a:avLst>
          </a:prstGeom>
          <a:solidFill>
            <a:srgbClr val="EAF3E4"/>
          </a:solidFill>
          <a:ln/>
        </p:spPr>
        <p:txBody>
          <a:bodyPr/>
          <a:lstStyle/>
          <a:p>
            <a:endParaRPr lang="ko-KR" altLang="en-US"/>
          </a:p>
        </p:txBody>
      </p:sp>
      <p:sp>
        <p:nvSpPr>
          <p:cNvPr id="52" name="Text 50"/>
          <p:cNvSpPr txBox="1"/>
          <p:nvPr/>
        </p:nvSpPr>
        <p:spPr>
          <a:xfrm>
            <a:off x="6309360" y="2304288"/>
            <a:ext cx="731520" cy="237744"/>
          </a:xfrm>
          <a:prstGeom prst="rect">
            <a:avLst/>
          </a:prstGeom>
          <a:noFill/>
          <a:ln/>
        </p:spPr>
        <p:txBody>
          <a:bodyPr wrap="square" lIns="0" tIns="0" rIns="0" bIns="0" rtlCol="0" anchor="ctr"/>
          <a:lstStyle/>
          <a:p>
            <a:pPr marL="0" indent="0">
              <a:buNone/>
            </a:pPr>
            <a:r>
              <a:rPr lang="en-US" sz="1150" b="1" dirty="0">
                <a:solidFill>
                  <a:srgbClr val="1F4D2B"/>
                </a:solidFill>
                <a:latin typeface="맑은 고딕" pitchFamily="34" charset="0"/>
                <a:ea typeface="맑은 고딕" pitchFamily="34" charset="-122"/>
                <a:cs typeface="맑은 고딕" pitchFamily="34" charset="-120"/>
              </a:rPr>
              <a:t>김양우</a:t>
            </a:r>
            <a:endParaRPr lang="en-US" sz="1150" dirty="0"/>
          </a:p>
        </p:txBody>
      </p:sp>
      <p:sp>
        <p:nvSpPr>
          <p:cNvPr id="53" name="Text 51"/>
          <p:cNvSpPr txBox="1"/>
          <p:nvPr/>
        </p:nvSpPr>
        <p:spPr>
          <a:xfrm>
            <a:off x="6995160" y="2322576"/>
            <a:ext cx="1645920" cy="219456"/>
          </a:xfrm>
          <a:prstGeom prst="rect">
            <a:avLst/>
          </a:prstGeom>
          <a:noFill/>
          <a:ln/>
        </p:spPr>
        <p:txBody>
          <a:bodyPr wrap="square" lIns="0" tIns="0" rIns="0" bIns="0" rtlCol="0" anchor="ctr"/>
          <a:lstStyle/>
          <a:p>
            <a:pPr marL="0" indent="0">
              <a:buNone/>
            </a:pPr>
            <a:r>
              <a:rPr lang="en-US" sz="850" b="1" dirty="0">
                <a:solidFill>
                  <a:srgbClr val="6FA35A"/>
                </a:solidFill>
                <a:latin typeface="맑은 고딕" pitchFamily="34" charset="0"/>
                <a:ea typeface="맑은 고딕" pitchFamily="34" charset="-122"/>
                <a:cs typeface="맑은 고딕" pitchFamily="34" charset="-120"/>
              </a:rPr>
              <a:t>백엔드(데이터) · DB</a:t>
            </a:r>
            <a:endParaRPr lang="en-US" sz="850" dirty="0"/>
          </a:p>
        </p:txBody>
      </p:sp>
      <p:sp>
        <p:nvSpPr>
          <p:cNvPr id="54" name="Text 52"/>
          <p:cNvSpPr txBox="1"/>
          <p:nvPr/>
        </p:nvSpPr>
        <p:spPr>
          <a:xfrm>
            <a:off x="6309360" y="2587752"/>
            <a:ext cx="2286000" cy="237744"/>
          </a:xfrm>
          <a:prstGeom prst="rect">
            <a:avLst/>
          </a:prstGeom>
          <a:noFill/>
          <a:ln/>
        </p:spPr>
        <p:txBody>
          <a:bodyPr wrap="square" lIns="0" tIns="0" rIns="0" bIns="0" rtlCol="0" anchor="ctr"/>
          <a:lstStyle/>
          <a:p>
            <a:pPr marL="0" indent="0">
              <a:buNone/>
            </a:pPr>
            <a:r>
              <a:rPr lang="en-US" sz="900" dirty="0">
                <a:solidFill>
                  <a:srgbClr val="1E2B22"/>
                </a:solidFill>
                <a:latin typeface="맑은 고딕" pitchFamily="34" charset="0"/>
                <a:ea typeface="맑은 고딕" pitchFamily="34" charset="-122"/>
                <a:cs typeface="맑은 고딕" pitchFamily="34" charset="-120"/>
              </a:rPr>
              <a:t>공공데이터 적재, 상태 계산 엔진</a:t>
            </a:r>
            <a:endParaRPr lang="en-US" sz="900" dirty="0"/>
          </a:p>
        </p:txBody>
      </p:sp>
      <p:sp>
        <p:nvSpPr>
          <p:cNvPr id="55" name="Shape 53"/>
          <p:cNvSpPr/>
          <p:nvPr/>
        </p:nvSpPr>
        <p:spPr>
          <a:xfrm>
            <a:off x="6172200" y="2999232"/>
            <a:ext cx="2514600" cy="658368"/>
          </a:xfrm>
          <a:prstGeom prst="roundRect">
            <a:avLst>
              <a:gd name="adj" fmla="val 11111"/>
            </a:avLst>
          </a:prstGeom>
          <a:solidFill>
            <a:srgbClr val="EAF3E4"/>
          </a:solidFill>
          <a:ln/>
        </p:spPr>
        <p:txBody>
          <a:bodyPr/>
          <a:lstStyle/>
          <a:p>
            <a:endParaRPr lang="ko-KR" altLang="en-US"/>
          </a:p>
        </p:txBody>
      </p:sp>
      <p:sp>
        <p:nvSpPr>
          <p:cNvPr id="56" name="Text 54"/>
          <p:cNvSpPr txBox="1"/>
          <p:nvPr/>
        </p:nvSpPr>
        <p:spPr>
          <a:xfrm>
            <a:off x="6309360" y="3063240"/>
            <a:ext cx="731520" cy="237744"/>
          </a:xfrm>
          <a:prstGeom prst="rect">
            <a:avLst/>
          </a:prstGeom>
          <a:noFill/>
          <a:ln/>
        </p:spPr>
        <p:txBody>
          <a:bodyPr wrap="square" lIns="0" tIns="0" rIns="0" bIns="0" rtlCol="0" anchor="ctr"/>
          <a:lstStyle/>
          <a:p>
            <a:pPr marL="0" indent="0">
              <a:buNone/>
            </a:pPr>
            <a:r>
              <a:rPr lang="en-US" sz="1150" b="1" dirty="0">
                <a:solidFill>
                  <a:srgbClr val="1F4D2B"/>
                </a:solidFill>
                <a:latin typeface="맑은 고딕" pitchFamily="34" charset="0"/>
                <a:ea typeface="맑은 고딕" pitchFamily="34" charset="-122"/>
                <a:cs typeface="맑은 고딕" pitchFamily="34" charset="-120"/>
              </a:rPr>
              <a:t>김현</a:t>
            </a:r>
            <a:endParaRPr lang="en-US" sz="1150" dirty="0"/>
          </a:p>
        </p:txBody>
      </p:sp>
      <p:sp>
        <p:nvSpPr>
          <p:cNvPr id="57" name="Text 55"/>
          <p:cNvSpPr txBox="1"/>
          <p:nvPr/>
        </p:nvSpPr>
        <p:spPr>
          <a:xfrm>
            <a:off x="6995160" y="3081528"/>
            <a:ext cx="1645920" cy="219456"/>
          </a:xfrm>
          <a:prstGeom prst="rect">
            <a:avLst/>
          </a:prstGeom>
          <a:noFill/>
          <a:ln/>
        </p:spPr>
        <p:txBody>
          <a:bodyPr wrap="square" lIns="0" tIns="0" rIns="0" bIns="0" rtlCol="0" anchor="ctr"/>
          <a:lstStyle/>
          <a:p>
            <a:pPr marL="0" indent="0">
              <a:buNone/>
            </a:pPr>
            <a:r>
              <a:rPr lang="en-US" sz="850" b="1" dirty="0">
                <a:solidFill>
                  <a:srgbClr val="6FA35A"/>
                </a:solidFill>
                <a:latin typeface="맑은 고딕" pitchFamily="34" charset="0"/>
                <a:ea typeface="맑은 고딕" pitchFamily="34" charset="-122"/>
                <a:cs typeface="맑은 고딕" pitchFamily="34" charset="-120"/>
              </a:rPr>
              <a:t>프론트엔드(시민용 웹)</a:t>
            </a:r>
            <a:endParaRPr lang="en-US" sz="850" dirty="0"/>
          </a:p>
        </p:txBody>
      </p:sp>
      <p:sp>
        <p:nvSpPr>
          <p:cNvPr id="58" name="Text 56"/>
          <p:cNvSpPr txBox="1"/>
          <p:nvPr/>
        </p:nvSpPr>
        <p:spPr>
          <a:xfrm>
            <a:off x="6309360" y="3346704"/>
            <a:ext cx="2286000" cy="237744"/>
          </a:xfrm>
          <a:prstGeom prst="rect">
            <a:avLst/>
          </a:prstGeom>
          <a:noFill/>
          <a:ln/>
        </p:spPr>
        <p:txBody>
          <a:bodyPr wrap="square" lIns="0" tIns="0" rIns="0" bIns="0" rtlCol="0" anchor="ctr"/>
          <a:lstStyle/>
          <a:p>
            <a:pPr marL="0" indent="0">
              <a:buNone/>
            </a:pPr>
            <a:r>
              <a:rPr lang="en-US" sz="900" dirty="0">
                <a:solidFill>
                  <a:srgbClr val="1E2B22"/>
                </a:solidFill>
                <a:latin typeface="맑은 고딕" pitchFamily="34" charset="0"/>
                <a:ea typeface="맑은 고딕" pitchFamily="34" charset="-122"/>
                <a:cs typeface="맑은 고딕" pitchFamily="34" charset="-120"/>
              </a:rPr>
              <a:t>지도·기록·입양 화면, 교육 콘텐츠</a:t>
            </a:r>
            <a:endParaRPr lang="en-US" sz="900" dirty="0"/>
          </a:p>
        </p:txBody>
      </p:sp>
      <p:sp>
        <p:nvSpPr>
          <p:cNvPr id="59" name="Shape 57"/>
          <p:cNvSpPr/>
          <p:nvPr/>
        </p:nvSpPr>
        <p:spPr>
          <a:xfrm>
            <a:off x="6172200" y="3758184"/>
            <a:ext cx="2514600" cy="658368"/>
          </a:xfrm>
          <a:prstGeom prst="roundRect">
            <a:avLst>
              <a:gd name="adj" fmla="val 11111"/>
            </a:avLst>
          </a:prstGeom>
          <a:solidFill>
            <a:srgbClr val="EAF3E4"/>
          </a:solidFill>
          <a:ln/>
        </p:spPr>
        <p:txBody>
          <a:bodyPr/>
          <a:lstStyle/>
          <a:p>
            <a:endParaRPr lang="ko-KR" altLang="en-US"/>
          </a:p>
        </p:txBody>
      </p:sp>
      <p:sp>
        <p:nvSpPr>
          <p:cNvPr id="60" name="Text 58"/>
          <p:cNvSpPr txBox="1"/>
          <p:nvPr/>
        </p:nvSpPr>
        <p:spPr>
          <a:xfrm>
            <a:off x="6309360" y="3822192"/>
            <a:ext cx="731520" cy="237744"/>
          </a:xfrm>
          <a:prstGeom prst="rect">
            <a:avLst/>
          </a:prstGeom>
          <a:noFill/>
          <a:ln/>
        </p:spPr>
        <p:txBody>
          <a:bodyPr wrap="square" lIns="0" tIns="0" rIns="0" bIns="0" rtlCol="0" anchor="ctr"/>
          <a:lstStyle/>
          <a:p>
            <a:pPr marL="0" indent="0">
              <a:buNone/>
            </a:pPr>
            <a:r>
              <a:rPr lang="en-US" sz="1150" b="1" dirty="0">
                <a:solidFill>
                  <a:srgbClr val="1F4D2B"/>
                </a:solidFill>
                <a:latin typeface="맑은 고딕" pitchFamily="34" charset="0"/>
                <a:ea typeface="맑은 고딕" pitchFamily="34" charset="-122"/>
                <a:cs typeface="맑은 고딕" pitchFamily="34" charset="-120"/>
              </a:rPr>
              <a:t>오승현</a:t>
            </a:r>
            <a:endParaRPr lang="en-US" sz="1150" dirty="0"/>
          </a:p>
        </p:txBody>
      </p:sp>
      <p:sp>
        <p:nvSpPr>
          <p:cNvPr id="61" name="Text 59"/>
          <p:cNvSpPr txBox="1"/>
          <p:nvPr/>
        </p:nvSpPr>
        <p:spPr>
          <a:xfrm>
            <a:off x="6995160" y="3840480"/>
            <a:ext cx="1645920" cy="219456"/>
          </a:xfrm>
          <a:prstGeom prst="rect">
            <a:avLst/>
          </a:prstGeom>
          <a:noFill/>
          <a:ln/>
        </p:spPr>
        <p:txBody>
          <a:bodyPr wrap="square" lIns="0" tIns="0" rIns="0" bIns="0" rtlCol="0" anchor="ctr"/>
          <a:lstStyle/>
          <a:p>
            <a:pPr marL="0" indent="0">
              <a:buNone/>
            </a:pPr>
            <a:r>
              <a:rPr lang="en-US" sz="850" b="1" dirty="0">
                <a:solidFill>
                  <a:srgbClr val="6FA35A"/>
                </a:solidFill>
                <a:latin typeface="맑은 고딕" pitchFamily="34" charset="0"/>
                <a:ea typeface="맑은 고딕" pitchFamily="34" charset="-122"/>
                <a:cs typeface="맑은 고딕" pitchFamily="34" charset="-120"/>
              </a:rPr>
              <a:t>UI/UX · 대시보드·시각화</a:t>
            </a:r>
            <a:endParaRPr lang="en-US" sz="850" dirty="0"/>
          </a:p>
        </p:txBody>
      </p:sp>
      <p:sp>
        <p:nvSpPr>
          <p:cNvPr id="62" name="Text 60"/>
          <p:cNvSpPr txBox="1"/>
          <p:nvPr/>
        </p:nvSpPr>
        <p:spPr>
          <a:xfrm>
            <a:off x="6309360" y="4105656"/>
            <a:ext cx="2286000" cy="237744"/>
          </a:xfrm>
          <a:prstGeom prst="rect">
            <a:avLst/>
          </a:prstGeom>
          <a:noFill/>
          <a:ln/>
        </p:spPr>
        <p:txBody>
          <a:bodyPr wrap="square" lIns="0" tIns="0" rIns="0" bIns="0" rtlCol="0" anchor="ctr"/>
          <a:lstStyle/>
          <a:p>
            <a:pPr marL="0" indent="0">
              <a:buNone/>
            </a:pPr>
            <a:r>
              <a:rPr lang="en-US" sz="900" dirty="0">
                <a:solidFill>
                  <a:srgbClr val="1E2B22"/>
                </a:solidFill>
                <a:latin typeface="맑은 고딕" pitchFamily="34" charset="0"/>
                <a:ea typeface="맑은 고딕" pitchFamily="34" charset="-122"/>
                <a:cs typeface="맑은 고딕" pitchFamily="34" charset="-120"/>
              </a:rPr>
              <a:t>Figma 설계, 대시보드, 디지털 나이테</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F4D2B"/>
        </a:solidFill>
        <a:effectLst/>
      </p:bgPr>
    </p:bg>
    <p:spTree>
      <p:nvGrpSpPr>
        <p:cNvPr id="1" name=""/>
        <p:cNvGrpSpPr/>
        <p:nvPr/>
      </p:nvGrpSpPr>
      <p:grpSpPr>
        <a:xfrm>
          <a:off x="0" y="0"/>
          <a:ext cx="0" cy="0"/>
          <a:chOff x="0" y="0"/>
          <a:chExt cx="0" cy="0"/>
        </a:xfrm>
      </p:grpSpPr>
      <p:sp>
        <p:nvSpPr>
          <p:cNvPr id="2" name="Shape 0"/>
          <p:cNvSpPr/>
          <p:nvPr/>
        </p:nvSpPr>
        <p:spPr>
          <a:xfrm>
            <a:off x="7040880" y="-640080"/>
            <a:ext cx="2926080" cy="2926080"/>
          </a:xfrm>
          <a:prstGeom prst="ellipse">
            <a:avLst/>
          </a:prstGeom>
          <a:solidFill>
            <a:srgbClr val="245733"/>
          </a:solidFill>
          <a:ln w="12700">
            <a:solidFill>
              <a:srgbClr val="3E7A4B"/>
            </a:solidFill>
            <a:prstDash val="solid"/>
          </a:ln>
        </p:spPr>
        <p:txBody>
          <a:bodyPr/>
          <a:lstStyle/>
          <a:p>
            <a:endParaRPr lang="ko-KR" altLang="en-US"/>
          </a:p>
        </p:txBody>
      </p:sp>
      <p:sp>
        <p:nvSpPr>
          <p:cNvPr id="3" name="Shape 1"/>
          <p:cNvSpPr/>
          <p:nvPr/>
        </p:nvSpPr>
        <p:spPr>
          <a:xfrm>
            <a:off x="7452360" y="-228600"/>
            <a:ext cx="2103120" cy="2103120"/>
          </a:xfrm>
          <a:prstGeom prst="ellipse">
            <a:avLst/>
          </a:prstGeom>
          <a:solidFill>
            <a:srgbClr val="2A6038"/>
          </a:solidFill>
          <a:ln w="12700">
            <a:solidFill>
              <a:srgbClr val="3E7A4B"/>
            </a:solidFill>
            <a:prstDash val="solid"/>
          </a:ln>
        </p:spPr>
        <p:txBody>
          <a:bodyPr/>
          <a:lstStyle/>
          <a:p>
            <a:endParaRPr lang="ko-KR" altLang="en-US"/>
          </a:p>
        </p:txBody>
      </p:sp>
      <p:sp>
        <p:nvSpPr>
          <p:cNvPr id="4" name="Shape 2"/>
          <p:cNvSpPr/>
          <p:nvPr/>
        </p:nvSpPr>
        <p:spPr>
          <a:xfrm>
            <a:off x="7845552" y="164592"/>
            <a:ext cx="1316736" cy="1316736"/>
          </a:xfrm>
          <a:prstGeom prst="ellipse">
            <a:avLst/>
          </a:prstGeom>
          <a:solidFill>
            <a:srgbClr val="245733"/>
          </a:solidFill>
          <a:ln w="12700">
            <a:solidFill>
              <a:srgbClr val="3E7A4B"/>
            </a:solidFill>
            <a:prstDash val="solid"/>
          </a:ln>
        </p:spPr>
        <p:txBody>
          <a:bodyPr/>
          <a:lstStyle/>
          <a:p>
            <a:endParaRPr lang="ko-KR" altLang="en-US"/>
          </a:p>
        </p:txBody>
      </p:sp>
      <p:sp>
        <p:nvSpPr>
          <p:cNvPr id="5" name="Shape 3"/>
          <p:cNvSpPr/>
          <p:nvPr/>
        </p:nvSpPr>
        <p:spPr>
          <a:xfrm>
            <a:off x="8211312" y="530352"/>
            <a:ext cx="585216" cy="585216"/>
          </a:xfrm>
          <a:prstGeom prst="ellipse">
            <a:avLst/>
          </a:prstGeom>
          <a:solidFill>
            <a:srgbClr val="2A6038"/>
          </a:solidFill>
          <a:ln w="12700">
            <a:solidFill>
              <a:srgbClr val="3E7A4B"/>
            </a:solidFill>
            <a:prstDash val="solid"/>
          </a:ln>
        </p:spPr>
        <p:txBody>
          <a:bodyPr/>
          <a:lstStyle/>
          <a:p>
            <a:endParaRPr lang="ko-KR" altLang="en-US"/>
          </a:p>
        </p:txBody>
      </p:sp>
      <p:sp>
        <p:nvSpPr>
          <p:cNvPr id="6" name="Text 4"/>
          <p:cNvSpPr txBox="1"/>
          <p:nvPr/>
        </p:nvSpPr>
        <p:spPr>
          <a:xfrm>
            <a:off x="548640" y="457200"/>
            <a:ext cx="3657600" cy="274320"/>
          </a:xfrm>
          <a:prstGeom prst="rect">
            <a:avLst/>
          </a:prstGeom>
          <a:noFill/>
          <a:ln/>
        </p:spPr>
        <p:txBody>
          <a:bodyPr wrap="square" lIns="0" tIns="0" rIns="0" bIns="0" rtlCol="0" anchor="ctr"/>
          <a:lstStyle/>
          <a:p>
            <a:pPr marL="0" indent="0">
              <a:buNone/>
            </a:pPr>
            <a:r>
              <a:rPr lang="en-US" sz="1300" b="1" dirty="0">
                <a:solidFill>
                  <a:srgbClr val="B9D8A8"/>
                </a:solidFill>
                <a:latin typeface="맑은 고딕" pitchFamily="34" charset="0"/>
                <a:ea typeface="맑은 고딕" pitchFamily="34" charset="-122"/>
                <a:cs typeface="맑은 고딕" pitchFamily="34" charset="-120"/>
              </a:rPr>
              <a:t>기대효과</a:t>
            </a:r>
            <a:endParaRPr lang="en-US" sz="1300" dirty="0"/>
          </a:p>
        </p:txBody>
      </p:sp>
      <p:sp>
        <p:nvSpPr>
          <p:cNvPr id="7" name="Text 5"/>
          <p:cNvSpPr txBox="1"/>
          <p:nvPr/>
        </p:nvSpPr>
        <p:spPr>
          <a:xfrm>
            <a:off x="548640" y="777240"/>
            <a:ext cx="6858000" cy="502920"/>
          </a:xfrm>
          <a:prstGeom prst="rect">
            <a:avLst/>
          </a:prstGeom>
          <a:noFill/>
          <a:ln/>
        </p:spPr>
        <p:txBody>
          <a:bodyPr wrap="square" lIns="0" tIns="0" rIns="0" bIns="0" rtlCol="0" anchor="ctr"/>
          <a:lstStyle/>
          <a:p>
            <a:pPr marL="0" indent="0">
              <a:buNone/>
            </a:pPr>
            <a:r>
              <a:rPr lang="en-US" sz="2400" b="1" dirty="0">
                <a:solidFill>
                  <a:srgbClr val="FFFFFF"/>
                </a:solidFill>
                <a:latin typeface="맑은 고딕" pitchFamily="34" charset="0"/>
                <a:ea typeface="맑은 고딕" pitchFamily="34" charset="-122"/>
                <a:cs typeface="맑은 고딕" pitchFamily="34" charset="-120"/>
              </a:rPr>
              <a:t>시민의 애착이 관리 데이터와 재원이 된다</a:t>
            </a:r>
            <a:endParaRPr lang="en-US" sz="2400" dirty="0"/>
          </a:p>
        </p:txBody>
      </p:sp>
      <p:sp>
        <p:nvSpPr>
          <p:cNvPr id="8" name="Shape 6"/>
          <p:cNvSpPr/>
          <p:nvPr/>
        </p:nvSpPr>
        <p:spPr>
          <a:xfrm>
            <a:off x="548640" y="1554480"/>
            <a:ext cx="2560320" cy="1874520"/>
          </a:xfrm>
          <a:prstGeom prst="roundRect">
            <a:avLst>
              <a:gd name="adj" fmla="val 3902"/>
            </a:avLst>
          </a:prstGeom>
          <a:solidFill>
            <a:srgbClr val="2A6038"/>
          </a:solidFill>
          <a:ln/>
        </p:spPr>
        <p:txBody>
          <a:bodyPr/>
          <a:lstStyle/>
          <a:p>
            <a:endParaRPr lang="ko-KR" altLang="en-US"/>
          </a:p>
        </p:txBody>
      </p:sp>
      <p:sp>
        <p:nvSpPr>
          <p:cNvPr id="9" name="Text 7"/>
          <p:cNvSpPr txBox="1"/>
          <p:nvPr/>
        </p:nvSpPr>
        <p:spPr>
          <a:xfrm>
            <a:off x="731520" y="1691640"/>
            <a:ext cx="2194560" cy="292608"/>
          </a:xfrm>
          <a:prstGeom prst="rect">
            <a:avLst/>
          </a:prstGeom>
          <a:noFill/>
          <a:ln/>
        </p:spPr>
        <p:txBody>
          <a:bodyPr wrap="square" lIns="0" tIns="0" rIns="0" bIns="0" rtlCol="0" anchor="ctr"/>
          <a:lstStyle/>
          <a:p>
            <a:pPr marL="0" indent="0">
              <a:buNone/>
            </a:pPr>
            <a:r>
              <a:rPr lang="en-US" sz="1400" b="1" dirty="0">
                <a:solidFill>
                  <a:srgbClr val="E8962E"/>
                </a:solidFill>
                <a:latin typeface="맑은 고딕" pitchFamily="34" charset="0"/>
                <a:ea typeface="맑은 고딕" pitchFamily="34" charset="-122"/>
                <a:cs typeface="맑은 고딕" pitchFamily="34" charset="-120"/>
              </a:rPr>
              <a:t>구청</a:t>
            </a:r>
            <a:endParaRPr lang="en-US" sz="1400" dirty="0"/>
          </a:p>
        </p:txBody>
      </p:sp>
      <p:sp>
        <p:nvSpPr>
          <p:cNvPr id="10" name="Text 8"/>
          <p:cNvSpPr txBox="1"/>
          <p:nvPr/>
        </p:nvSpPr>
        <p:spPr>
          <a:xfrm>
            <a:off x="731520" y="2057400"/>
            <a:ext cx="2240280" cy="1280160"/>
          </a:xfrm>
          <a:prstGeom prst="rect">
            <a:avLst/>
          </a:prstGeom>
          <a:noFill/>
          <a:ln/>
        </p:spPr>
        <p:txBody>
          <a:bodyPr wrap="square" lIns="0" tIns="0" rIns="0" bIns="0" rtlCol="0" anchor="ctr"/>
          <a:lstStyle/>
          <a:p>
            <a:pPr marL="164592" indent="-164592">
              <a:spcAft>
                <a:spcPts val="1200"/>
              </a:spcAft>
              <a:buSzPct val="100000"/>
              <a:buChar char="•"/>
            </a:pPr>
            <a:r>
              <a:rPr lang="en-US" sz="1000" dirty="0">
                <a:solidFill>
                  <a:srgbClr val="FFFFFF"/>
                </a:solidFill>
                <a:latin typeface="맑은 고딕" pitchFamily="34" charset="0"/>
                <a:ea typeface="맑은 고딕" pitchFamily="34" charset="-122"/>
                <a:cs typeface="맑은 고딕" pitchFamily="34" charset="-120"/>
              </a:rPr>
              <a:t>“지금 어디부터 가야 하나” 우선순위 판단</a:t>
            </a:r>
            <a:endParaRPr lang="en-US" sz="1000" dirty="0"/>
          </a:p>
          <a:p>
            <a:pPr marL="164592" indent="-164592">
              <a:spcAft>
                <a:spcPts val="1200"/>
              </a:spcAft>
              <a:buSzPct val="100000"/>
              <a:buChar char="•"/>
            </a:pPr>
            <a:r>
              <a:rPr lang="en-US" sz="1000" dirty="0">
                <a:solidFill>
                  <a:srgbClr val="FFFFFF"/>
                </a:solidFill>
                <a:latin typeface="맑은 고딕" pitchFamily="34" charset="0"/>
                <a:ea typeface="맑은 고딕" pitchFamily="34" charset="-122"/>
                <a:cs typeface="맑은 고딕" pitchFamily="34" charset="-120"/>
              </a:rPr>
              <a:t>시민 관찰 공백 가시화</a:t>
            </a:r>
            <a:endParaRPr lang="en-US" sz="1000" dirty="0"/>
          </a:p>
          <a:p>
            <a:pPr marL="164592" indent="-164592">
              <a:spcAft>
                <a:spcPts val="0"/>
              </a:spcAft>
              <a:buSzPct val="100000"/>
              <a:buChar char="•"/>
            </a:pPr>
            <a:r>
              <a:rPr lang="en-US" sz="1000" dirty="0">
                <a:solidFill>
                  <a:srgbClr val="FFFFFF"/>
                </a:solidFill>
                <a:latin typeface="맑은 고딕" pitchFamily="34" charset="0"/>
                <a:ea typeface="맑은 고딕" pitchFamily="34" charset="-122"/>
                <a:cs typeface="맑은 고딕" pitchFamily="34" charset="-120"/>
              </a:rPr>
              <a:t>입양률·기록 건수로 정책·예산 근거 확보</a:t>
            </a:r>
            <a:endParaRPr lang="en-US" sz="1000" dirty="0"/>
          </a:p>
        </p:txBody>
      </p:sp>
      <p:sp>
        <p:nvSpPr>
          <p:cNvPr id="11" name="Shape 9"/>
          <p:cNvSpPr/>
          <p:nvPr/>
        </p:nvSpPr>
        <p:spPr>
          <a:xfrm>
            <a:off x="3291840" y="1554480"/>
            <a:ext cx="2560320" cy="1874520"/>
          </a:xfrm>
          <a:prstGeom prst="roundRect">
            <a:avLst>
              <a:gd name="adj" fmla="val 3902"/>
            </a:avLst>
          </a:prstGeom>
          <a:solidFill>
            <a:srgbClr val="2A6038"/>
          </a:solidFill>
          <a:ln/>
        </p:spPr>
        <p:txBody>
          <a:bodyPr/>
          <a:lstStyle/>
          <a:p>
            <a:endParaRPr lang="ko-KR" altLang="en-US"/>
          </a:p>
        </p:txBody>
      </p:sp>
      <p:sp>
        <p:nvSpPr>
          <p:cNvPr id="12" name="Text 10"/>
          <p:cNvSpPr txBox="1"/>
          <p:nvPr/>
        </p:nvSpPr>
        <p:spPr>
          <a:xfrm>
            <a:off x="3474720" y="1691640"/>
            <a:ext cx="2194560" cy="292608"/>
          </a:xfrm>
          <a:prstGeom prst="rect">
            <a:avLst/>
          </a:prstGeom>
          <a:noFill/>
          <a:ln/>
        </p:spPr>
        <p:txBody>
          <a:bodyPr wrap="square" lIns="0" tIns="0" rIns="0" bIns="0" rtlCol="0" anchor="ctr"/>
          <a:lstStyle/>
          <a:p>
            <a:pPr marL="0" indent="0">
              <a:buNone/>
            </a:pPr>
            <a:r>
              <a:rPr lang="en-US" sz="1400" b="1" dirty="0">
                <a:solidFill>
                  <a:srgbClr val="E8962E"/>
                </a:solidFill>
                <a:latin typeface="맑은 고딕" pitchFamily="34" charset="0"/>
                <a:ea typeface="맑은 고딕" pitchFamily="34" charset="-122"/>
                <a:cs typeface="맑은 고딕" pitchFamily="34" charset="-120"/>
              </a:rPr>
              <a:t>시민</a:t>
            </a:r>
            <a:endParaRPr lang="en-US" sz="1400" dirty="0"/>
          </a:p>
        </p:txBody>
      </p:sp>
      <p:sp>
        <p:nvSpPr>
          <p:cNvPr id="13" name="Text 11"/>
          <p:cNvSpPr txBox="1"/>
          <p:nvPr/>
        </p:nvSpPr>
        <p:spPr>
          <a:xfrm>
            <a:off x="3474720" y="2057400"/>
            <a:ext cx="2240280" cy="1280160"/>
          </a:xfrm>
          <a:prstGeom prst="rect">
            <a:avLst/>
          </a:prstGeom>
          <a:noFill/>
          <a:ln/>
        </p:spPr>
        <p:txBody>
          <a:bodyPr wrap="square" lIns="0" tIns="0" rIns="0" bIns="0" rtlCol="0" anchor="ctr"/>
          <a:lstStyle/>
          <a:p>
            <a:pPr marL="164592" indent="-164592">
              <a:spcAft>
                <a:spcPts val="2190"/>
              </a:spcAft>
              <a:buSzPct val="100000"/>
              <a:buChar char="•"/>
            </a:pPr>
            <a:r>
              <a:rPr lang="en-US" sz="1000" dirty="0">
                <a:solidFill>
                  <a:srgbClr val="FFFFFF"/>
                </a:solidFill>
                <a:latin typeface="맑은 고딕" pitchFamily="34" charset="0"/>
                <a:ea typeface="맑은 고딕" pitchFamily="34" charset="-122"/>
                <a:cs typeface="맑은 고딕" pitchFamily="34" charset="-120"/>
              </a:rPr>
              <a:t>애정을 행동으로 남길 경로</a:t>
            </a:r>
            <a:endParaRPr lang="en-US" sz="1000" dirty="0"/>
          </a:p>
          <a:p>
            <a:pPr marL="164592" indent="-164592">
              <a:spcAft>
                <a:spcPts val="2190"/>
              </a:spcAft>
              <a:buSzPct val="100000"/>
              <a:buChar char="•"/>
            </a:pPr>
            <a:r>
              <a:rPr lang="en-US" sz="1000" dirty="0">
                <a:solidFill>
                  <a:srgbClr val="FFFFFF"/>
                </a:solidFill>
                <a:latin typeface="맑은 고딕" pitchFamily="34" charset="0"/>
                <a:ea typeface="맑은 고딕" pitchFamily="34" charset="-122"/>
                <a:cs typeface="맑은 고딕" pitchFamily="34" charset="-120"/>
              </a:rPr>
              <a:t>신고·입양비의 결과를 직접 확인</a:t>
            </a:r>
            <a:endParaRPr lang="en-US" sz="1000" dirty="0"/>
          </a:p>
          <a:p>
            <a:pPr marL="164592" indent="-164592">
              <a:spcAft>
                <a:spcPts val="0"/>
              </a:spcAft>
              <a:buSzPct val="100000"/>
              <a:buChar char="•"/>
            </a:pPr>
            <a:r>
              <a:rPr lang="en-US" sz="1000" dirty="0">
                <a:solidFill>
                  <a:srgbClr val="FFFFFF"/>
                </a:solidFill>
                <a:latin typeface="맑은 고딕" pitchFamily="34" charset="0"/>
                <a:ea typeface="맑은 고딕" pitchFamily="34" charset="-122"/>
                <a:cs typeface="맑은 고딕" pitchFamily="34" charset="-120"/>
              </a:rPr>
              <a:t>나이테·명판으로 오래 남는 관계</a:t>
            </a:r>
            <a:endParaRPr lang="en-US" sz="1000" dirty="0"/>
          </a:p>
        </p:txBody>
      </p:sp>
      <p:sp>
        <p:nvSpPr>
          <p:cNvPr id="14" name="Shape 12"/>
          <p:cNvSpPr/>
          <p:nvPr/>
        </p:nvSpPr>
        <p:spPr>
          <a:xfrm>
            <a:off x="6035040" y="1554480"/>
            <a:ext cx="2560320" cy="1874520"/>
          </a:xfrm>
          <a:prstGeom prst="roundRect">
            <a:avLst>
              <a:gd name="adj" fmla="val 3902"/>
            </a:avLst>
          </a:prstGeom>
          <a:solidFill>
            <a:srgbClr val="2A6038"/>
          </a:solidFill>
          <a:ln/>
        </p:spPr>
        <p:txBody>
          <a:bodyPr/>
          <a:lstStyle/>
          <a:p>
            <a:endParaRPr lang="ko-KR" altLang="en-US"/>
          </a:p>
        </p:txBody>
      </p:sp>
      <p:sp>
        <p:nvSpPr>
          <p:cNvPr id="15" name="Text 13"/>
          <p:cNvSpPr txBox="1"/>
          <p:nvPr/>
        </p:nvSpPr>
        <p:spPr>
          <a:xfrm>
            <a:off x="6217920" y="1691640"/>
            <a:ext cx="2194560" cy="292608"/>
          </a:xfrm>
          <a:prstGeom prst="rect">
            <a:avLst/>
          </a:prstGeom>
          <a:noFill/>
          <a:ln/>
        </p:spPr>
        <p:txBody>
          <a:bodyPr wrap="square" lIns="0" tIns="0" rIns="0" bIns="0" rtlCol="0" anchor="ctr"/>
          <a:lstStyle/>
          <a:p>
            <a:pPr marL="0" indent="0">
              <a:buNone/>
            </a:pPr>
            <a:r>
              <a:rPr lang="en-US" sz="1400" b="1" dirty="0">
                <a:solidFill>
                  <a:srgbClr val="E8962E"/>
                </a:solidFill>
                <a:latin typeface="맑은 고딕" pitchFamily="34" charset="0"/>
                <a:ea typeface="맑은 고딕" pitchFamily="34" charset="-122"/>
                <a:cs typeface="맑은 고딕" pitchFamily="34" charset="-120"/>
              </a:rPr>
              <a:t>사회·경제</a:t>
            </a:r>
            <a:endParaRPr lang="en-US" sz="1400" dirty="0"/>
          </a:p>
        </p:txBody>
      </p:sp>
      <p:sp>
        <p:nvSpPr>
          <p:cNvPr id="16" name="Text 14"/>
          <p:cNvSpPr txBox="1"/>
          <p:nvPr/>
        </p:nvSpPr>
        <p:spPr>
          <a:xfrm>
            <a:off x="6217920" y="2057400"/>
            <a:ext cx="2240280" cy="1280160"/>
          </a:xfrm>
          <a:prstGeom prst="rect">
            <a:avLst/>
          </a:prstGeom>
          <a:noFill/>
          <a:ln/>
        </p:spPr>
        <p:txBody>
          <a:bodyPr wrap="square" lIns="0" tIns="0" rIns="0" bIns="0" rtlCol="0" anchor="ctr"/>
          <a:lstStyle/>
          <a:p>
            <a:pPr marL="164592" indent="-164592">
              <a:spcAft>
                <a:spcPts val="1200"/>
              </a:spcAft>
              <a:buSzPct val="100000"/>
              <a:buChar char="•"/>
            </a:pPr>
            <a:r>
              <a:rPr lang="en-US" sz="1000" dirty="0">
                <a:solidFill>
                  <a:srgbClr val="FFFFFF"/>
                </a:solidFill>
                <a:latin typeface="맑은 고딕" pitchFamily="34" charset="0"/>
                <a:ea typeface="맑은 고딕" pitchFamily="34" charset="-122"/>
                <a:cs typeface="맑은 고딕" pitchFamily="34" charset="-120"/>
              </a:rPr>
              <a:t>조기 발견으로 고사·교체 비용 절감 기대</a:t>
            </a:r>
            <a:endParaRPr lang="en-US" sz="1000" dirty="0"/>
          </a:p>
          <a:p>
            <a:pPr marL="164592" indent="-164592">
              <a:spcAft>
                <a:spcPts val="1200"/>
              </a:spcAft>
              <a:buSzPct val="100000"/>
              <a:buChar char="•"/>
            </a:pPr>
            <a:r>
              <a:rPr lang="en-US" sz="1000" dirty="0">
                <a:solidFill>
                  <a:srgbClr val="FFFFFF"/>
                </a:solidFill>
                <a:latin typeface="맑은 고딕" pitchFamily="34" charset="0"/>
                <a:ea typeface="맑은 고딕" pitchFamily="34" charset="-122"/>
                <a:cs typeface="맑은 고딕" pitchFamily="34" charset="-120"/>
              </a:rPr>
              <a:t>입양비 → 관리기금 (법적 검토 전제)</a:t>
            </a:r>
            <a:endParaRPr lang="en-US" sz="1000" dirty="0"/>
          </a:p>
          <a:p>
            <a:pPr marL="164592" indent="-164592">
              <a:spcAft>
                <a:spcPts val="0"/>
              </a:spcAft>
              <a:buSzPct val="100000"/>
              <a:buChar char="•"/>
            </a:pPr>
            <a:r>
              <a:rPr lang="en-US" sz="1000" dirty="0">
                <a:solidFill>
                  <a:srgbClr val="FFFFFF"/>
                </a:solidFill>
                <a:latin typeface="맑은 고딕" pitchFamily="34" charset="0"/>
                <a:ea typeface="맑은 고딕" pitchFamily="34" charset="-122"/>
                <a:cs typeface="맑은 고딕" pitchFamily="34" charset="-120"/>
              </a:rPr>
              <a:t>폭염 속 그늘·열섬 완화 기능 유지</a:t>
            </a:r>
            <a:endParaRPr lang="en-US" sz="1000" dirty="0"/>
          </a:p>
        </p:txBody>
      </p:sp>
      <p:sp>
        <p:nvSpPr>
          <p:cNvPr id="19" name="Text 17"/>
          <p:cNvSpPr txBox="1"/>
          <p:nvPr/>
        </p:nvSpPr>
        <p:spPr>
          <a:xfrm>
            <a:off x="548640" y="4434840"/>
            <a:ext cx="5486400" cy="256032"/>
          </a:xfrm>
          <a:prstGeom prst="rect">
            <a:avLst/>
          </a:prstGeom>
          <a:noFill/>
          <a:ln/>
        </p:spPr>
        <p:txBody>
          <a:bodyPr wrap="square" lIns="0" tIns="0" rIns="0" bIns="0" rtlCol="0" anchor="ctr"/>
          <a:lstStyle/>
          <a:p>
            <a:pPr marL="0" indent="0">
              <a:buNone/>
            </a:pPr>
            <a:r>
              <a:rPr lang="en-US" sz="1050" dirty="0">
                <a:solidFill>
                  <a:srgbClr val="B9D8A8"/>
                </a:solidFill>
                <a:latin typeface="맑은 고딕" pitchFamily="34" charset="0"/>
                <a:ea typeface="맑은 고딕" pitchFamily="34" charset="-122"/>
                <a:cs typeface="맑은 고딕" pitchFamily="34" charset="-120"/>
              </a:rPr>
              <a:t>서울 TreeMate · 김태형 · 김양우 · 김현 · 오승현</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2719</Words>
  <Application>Microsoft Office PowerPoint</Application>
  <PresentationFormat>화면 슬라이드 쇼(16:9)</PresentationFormat>
  <Paragraphs>299</Paragraphs>
  <Slides>10</Slides>
  <Notes>10</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10</vt:i4>
      </vt:variant>
    </vt:vector>
  </HeadingPairs>
  <TitlesOfParts>
    <vt:vector size="13" baseType="lpstr">
      <vt:lpstr>맑은 고딕</vt:lpstr>
      <vt:lpstr>Arial</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서울 TreeMate 제안 발표</dc:title>
  <dc:subject>PptxGenJS Presentation</dc:subject>
  <dc:creator>PptxGenJS</dc:creator>
  <cp:lastModifiedBy>김태형/통계학과(2022110460)</cp:lastModifiedBy>
  <cp:revision>2</cp:revision>
  <dcterms:created xsi:type="dcterms:W3CDTF">2026-09-29T08:57:58Z</dcterms:created>
  <dcterms:modified xsi:type="dcterms:W3CDTF">2026-09-30T11:03:41Z</dcterms:modified>
</cp:coreProperties>
</file>